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75" r:id="rId9"/>
    <p:sldId id="265" r:id="rId10"/>
    <p:sldId id="276" r:id="rId11"/>
    <p:sldId id="266" r:id="rId12"/>
    <p:sldId id="277" r:id="rId13"/>
    <p:sldId id="267" r:id="rId14"/>
    <p:sldId id="278" r:id="rId15"/>
    <p:sldId id="268" r:id="rId16"/>
    <p:sldId id="279" r:id="rId17"/>
    <p:sldId id="269" r:id="rId18"/>
    <p:sldId id="280" r:id="rId19"/>
    <p:sldId id="270" r:id="rId20"/>
    <p:sldId id="281" r:id="rId21"/>
    <p:sldId id="271" r:id="rId22"/>
    <p:sldId id="282" r:id="rId23"/>
    <p:sldId id="272" r:id="rId24"/>
    <p:sldId id="283" r:id="rId25"/>
    <p:sldId id="273" r:id="rId26"/>
    <p:sldId id="284" r:id="rId27"/>
    <p:sldId id="286" r:id="rId28"/>
    <p:sldId id="28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9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E1B76D-EAC7-42BE-93C9-23EC1FD48D6E}" v="426" dt="2026-04-19T18:04:37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oti Jaiswar" userId="3b22297196799962" providerId="LiveId" clId="{6F5F0EBA-01DA-4078-98E6-D5B1FE3D64EB}"/>
    <pc:docChg chg="undo custSel addSld delSld modSld sldOrd modShowInfo">
      <pc:chgData name="Jyoti Jaiswar" userId="3b22297196799962" providerId="LiveId" clId="{6F5F0EBA-01DA-4078-98E6-D5B1FE3D64EB}" dt="2026-04-19T18:24:18.433" v="2905" actId="20577"/>
      <pc:docMkLst>
        <pc:docMk/>
      </pc:docMkLst>
      <pc:sldChg chg="addSp modSp mod modTransition">
        <pc:chgData name="Jyoti Jaiswar" userId="3b22297196799962" providerId="LiveId" clId="{6F5F0EBA-01DA-4078-98E6-D5B1FE3D64EB}" dt="2026-04-19T15:53:30.462" v="2600"/>
        <pc:sldMkLst>
          <pc:docMk/>
          <pc:sldMk cId="3984096015" sldId="256"/>
        </pc:sldMkLst>
        <pc:spChg chg="mod">
          <ac:chgData name="Jyoti Jaiswar" userId="3b22297196799962" providerId="LiveId" clId="{6F5F0EBA-01DA-4078-98E6-D5B1FE3D64EB}" dt="2026-04-18T02:41:50.397" v="292" actId="2711"/>
          <ac:spMkLst>
            <pc:docMk/>
            <pc:sldMk cId="3984096015" sldId="256"/>
            <ac:spMk id="4" creationId="{6EA9B9D2-85B9-EAAD-453F-05193BB38689}"/>
          </ac:spMkLst>
        </pc:spChg>
        <pc:spChg chg="mod">
          <ac:chgData name="Jyoti Jaiswar" userId="3b22297196799962" providerId="LiveId" clId="{6F5F0EBA-01DA-4078-98E6-D5B1FE3D64EB}" dt="2026-04-18T02:42:24.030" v="295" actId="255"/>
          <ac:spMkLst>
            <pc:docMk/>
            <pc:sldMk cId="3984096015" sldId="256"/>
            <ac:spMk id="5" creationId="{F6C5FE5C-D8B8-B4C4-3BDD-7458451C5114}"/>
          </ac:spMkLst>
        </pc:spChg>
        <pc:picChg chg="add mod modCrop">
          <ac:chgData name="Jyoti Jaiswar" userId="3b22297196799962" providerId="LiveId" clId="{6F5F0EBA-01DA-4078-98E6-D5B1FE3D64EB}" dt="2026-04-17T02:25:58.929" v="100"/>
          <ac:picMkLst>
            <pc:docMk/>
            <pc:sldMk cId="3984096015" sldId="256"/>
            <ac:picMk id="3" creationId="{DAFCB7FF-DD8D-F003-A165-CBDDA743F9F3}"/>
          </ac:picMkLst>
        </pc:picChg>
        <pc:picChg chg="mod">
          <ac:chgData name="Jyoti Jaiswar" userId="3b22297196799962" providerId="LiveId" clId="{6F5F0EBA-01DA-4078-98E6-D5B1FE3D64EB}" dt="2026-04-17T02:08:26.902" v="22" actId="1076"/>
          <ac:picMkLst>
            <pc:docMk/>
            <pc:sldMk cId="3984096015" sldId="256"/>
            <ac:picMk id="7" creationId="{8200B4E7-A68B-6AF5-B75A-32A4BC87D486}"/>
          </ac:picMkLst>
        </pc:picChg>
      </pc:sldChg>
      <pc:sldChg chg="addSp delSp modSp new mod modAnim">
        <pc:chgData name="Jyoti Jaiswar" userId="3b22297196799962" providerId="LiveId" clId="{6F5F0EBA-01DA-4078-98E6-D5B1FE3D64EB}" dt="2026-04-19T18:00:33.844" v="2874"/>
        <pc:sldMkLst>
          <pc:docMk/>
          <pc:sldMk cId="55129875" sldId="257"/>
        </pc:sldMkLst>
        <pc:spChg chg="mod">
          <ac:chgData name="Jyoti Jaiswar" userId="3b22297196799962" providerId="LiveId" clId="{6F5F0EBA-01DA-4078-98E6-D5B1FE3D64EB}" dt="2026-04-18T02:41:29.521" v="290" actId="2711"/>
          <ac:spMkLst>
            <pc:docMk/>
            <pc:sldMk cId="55129875" sldId="257"/>
            <ac:spMk id="2" creationId="{C5A101AE-C6B1-0C74-F6E7-24A65B58CC8B}"/>
          </ac:spMkLst>
        </pc:spChg>
        <pc:spChg chg="add mod">
          <ac:chgData name="Jyoti Jaiswar" userId="3b22297196799962" providerId="LiveId" clId="{6F5F0EBA-01DA-4078-98E6-D5B1FE3D64EB}" dt="2026-04-19T12:41:36.205" v="2539" actId="20577"/>
          <ac:spMkLst>
            <pc:docMk/>
            <pc:sldMk cId="55129875" sldId="257"/>
            <ac:spMk id="4" creationId="{DDA2CA03-F359-3164-2B3C-254A7CB84672}"/>
          </ac:spMkLst>
        </pc:spChg>
      </pc:sldChg>
      <pc:sldChg chg="modSp new mod modAnim">
        <pc:chgData name="Jyoti Jaiswar" userId="3b22297196799962" providerId="LiveId" clId="{6F5F0EBA-01DA-4078-98E6-D5B1FE3D64EB}" dt="2026-04-19T18:00:46.180" v="2875"/>
        <pc:sldMkLst>
          <pc:docMk/>
          <pc:sldMk cId="2268608641" sldId="258"/>
        </pc:sldMkLst>
        <pc:spChg chg="mod">
          <ac:chgData name="Jyoti Jaiswar" userId="3b22297196799962" providerId="LiveId" clId="{6F5F0EBA-01DA-4078-98E6-D5B1FE3D64EB}" dt="2026-04-18T02:41:17.782" v="289" actId="2711"/>
          <ac:spMkLst>
            <pc:docMk/>
            <pc:sldMk cId="2268608641" sldId="258"/>
            <ac:spMk id="2" creationId="{BDEE0B80-38F1-00F0-F1B0-9BDA8F2484E8}"/>
          </ac:spMkLst>
        </pc:spChg>
        <pc:spChg chg="mod">
          <ac:chgData name="Jyoti Jaiswar" userId="3b22297196799962" providerId="LiveId" clId="{6F5F0EBA-01DA-4078-98E6-D5B1FE3D64EB}" dt="2026-04-19T17:58:01.667" v="2862" actId="1076"/>
          <ac:spMkLst>
            <pc:docMk/>
            <pc:sldMk cId="2268608641" sldId="258"/>
            <ac:spMk id="3" creationId="{148DB4F8-9A3E-801D-F643-C67A6CF24F97}"/>
          </ac:spMkLst>
        </pc:spChg>
      </pc:sldChg>
      <pc:sldChg chg="addSp delSp modSp new del mod">
        <pc:chgData name="Jyoti Jaiswar" userId="3b22297196799962" providerId="LiveId" clId="{6F5F0EBA-01DA-4078-98E6-D5B1FE3D64EB}" dt="2026-04-18T10:33:19.650" v="378" actId="2696"/>
        <pc:sldMkLst>
          <pc:docMk/>
          <pc:sldMk cId="647161743" sldId="259"/>
        </pc:sldMkLst>
        <pc:spChg chg="mod">
          <ac:chgData name="Jyoti Jaiswar" userId="3b22297196799962" providerId="LiveId" clId="{6F5F0EBA-01DA-4078-98E6-D5B1FE3D64EB}" dt="2026-04-18T02:50:13.214" v="309" actId="27636"/>
          <ac:spMkLst>
            <pc:docMk/>
            <pc:sldMk cId="647161743" sldId="259"/>
            <ac:spMk id="2" creationId="{934E54A3-F59D-C885-7745-BCAC0693AE15}"/>
          </ac:spMkLst>
        </pc:spChg>
        <pc:spChg chg="add del mod">
          <ac:chgData name="Jyoti Jaiswar" userId="3b22297196799962" providerId="LiveId" clId="{6F5F0EBA-01DA-4078-98E6-D5B1FE3D64EB}" dt="2026-04-18T10:10:24.599" v="319" actId="14100"/>
          <ac:spMkLst>
            <pc:docMk/>
            <pc:sldMk cId="647161743" sldId="259"/>
            <ac:spMk id="3" creationId="{D2D2B8BF-49F1-B0F4-68EB-C3F9AB608072}"/>
          </ac:spMkLst>
        </pc:spChg>
        <pc:spChg chg="add del mod">
          <ac:chgData name="Jyoti Jaiswar" userId="3b22297196799962" providerId="LiveId" clId="{6F5F0EBA-01DA-4078-98E6-D5B1FE3D64EB}" dt="2026-04-18T10:33:07.827" v="376" actId="21"/>
          <ac:spMkLst>
            <pc:docMk/>
            <pc:sldMk cId="647161743" sldId="259"/>
            <ac:spMk id="6" creationId="{6EA2B78D-6BBF-CACD-D325-0EC8023500F7}"/>
          </ac:spMkLst>
        </pc:spChg>
        <pc:spChg chg="add del mod">
          <ac:chgData name="Jyoti Jaiswar" userId="3b22297196799962" providerId="LiveId" clId="{6F5F0EBA-01DA-4078-98E6-D5B1FE3D64EB}" dt="2026-04-18T10:33:07.827" v="376" actId="21"/>
          <ac:spMkLst>
            <pc:docMk/>
            <pc:sldMk cId="647161743" sldId="259"/>
            <ac:spMk id="7" creationId="{E0E753DB-F4F1-E12E-E23B-6F3871B6F827}"/>
          </ac:spMkLst>
        </pc:spChg>
        <pc:spChg chg="add del mod">
          <ac:chgData name="Jyoti Jaiswar" userId="3b22297196799962" providerId="LiveId" clId="{6F5F0EBA-01DA-4078-98E6-D5B1FE3D64EB}" dt="2026-04-18T10:33:07.827" v="376" actId="21"/>
          <ac:spMkLst>
            <pc:docMk/>
            <pc:sldMk cId="647161743" sldId="259"/>
            <ac:spMk id="14" creationId="{49EB2B90-3DC8-E6F0-1B82-389A836DFAD8}"/>
          </ac:spMkLst>
        </pc:spChg>
        <pc:graphicFrameChg chg="add del mod modGraphic">
          <ac:chgData name="Jyoti Jaiswar" userId="3b22297196799962" providerId="LiveId" clId="{6F5F0EBA-01DA-4078-98E6-D5B1FE3D64EB}" dt="2026-04-18T02:55:43.670" v="316" actId="1032"/>
          <ac:graphicFrameMkLst>
            <pc:docMk/>
            <pc:sldMk cId="647161743" sldId="259"/>
            <ac:graphicFrameMk id="4" creationId="{A2E5747A-8BBC-32D3-57AC-226B51FADAAE}"/>
          </ac:graphicFrameMkLst>
        </pc:graphicFrameChg>
        <pc:graphicFrameChg chg="add del modGraphic">
          <ac:chgData name="Jyoti Jaiswar" userId="3b22297196799962" providerId="LiveId" clId="{6F5F0EBA-01DA-4078-98E6-D5B1FE3D64EB}" dt="2026-04-18T02:57:00.175" v="318" actId="1032"/>
          <ac:graphicFrameMkLst>
            <pc:docMk/>
            <pc:sldMk cId="647161743" sldId="259"/>
            <ac:graphicFrameMk id="5" creationId="{817B11DB-BFE0-F498-0DF7-647D4452FEA1}"/>
          </ac:graphicFrameMkLst>
        </pc:graphicFrameChg>
        <pc:cxnChg chg="add del">
          <ac:chgData name="Jyoti Jaiswar" userId="3b22297196799962" providerId="LiveId" clId="{6F5F0EBA-01DA-4078-98E6-D5B1FE3D64EB}" dt="2026-04-18T10:27:19.194" v="329" actId="478"/>
          <ac:cxnSpMkLst>
            <pc:docMk/>
            <pc:sldMk cId="647161743" sldId="259"/>
            <ac:cxnSpMk id="9" creationId="{B6E77569-FC81-64B4-3903-57AD20005D7B}"/>
          </ac:cxnSpMkLst>
        </pc:cxnChg>
        <pc:cxnChg chg="add del">
          <ac:chgData name="Jyoti Jaiswar" userId="3b22297196799962" providerId="LiveId" clId="{6F5F0EBA-01DA-4078-98E6-D5B1FE3D64EB}" dt="2026-04-18T10:27:00.023" v="326" actId="478"/>
          <ac:cxnSpMkLst>
            <pc:docMk/>
            <pc:sldMk cId="647161743" sldId="259"/>
            <ac:cxnSpMk id="11" creationId="{8029E350-436A-C26A-FC6A-122634C1D000}"/>
          </ac:cxnSpMkLst>
        </pc:cxnChg>
        <pc:cxnChg chg="add del">
          <ac:chgData name="Jyoti Jaiswar" userId="3b22297196799962" providerId="LiveId" clId="{6F5F0EBA-01DA-4078-98E6-D5B1FE3D64EB}" dt="2026-04-18T10:27:16.822" v="328" actId="478"/>
          <ac:cxnSpMkLst>
            <pc:docMk/>
            <pc:sldMk cId="647161743" sldId="259"/>
            <ac:cxnSpMk id="13" creationId="{A71E5736-F072-1F17-A37C-545EB44AFA95}"/>
          </ac:cxnSpMkLst>
        </pc:cxnChg>
      </pc:sldChg>
      <pc:sldChg chg="addSp delSp modSp new mod modAnim">
        <pc:chgData name="Jyoti Jaiswar" userId="3b22297196799962" providerId="LiveId" clId="{6F5F0EBA-01DA-4078-98E6-D5B1FE3D64EB}" dt="2026-04-19T18:04:37.785" v="2883"/>
        <pc:sldMkLst>
          <pc:docMk/>
          <pc:sldMk cId="1859919928" sldId="260"/>
        </pc:sldMkLst>
        <pc:spChg chg="mod">
          <ac:chgData name="Jyoti Jaiswar" userId="3b22297196799962" providerId="LiveId" clId="{6F5F0EBA-01DA-4078-98E6-D5B1FE3D64EB}" dt="2026-04-18T11:13:20.192" v="784" actId="1076"/>
          <ac:spMkLst>
            <pc:docMk/>
            <pc:sldMk cId="1859919928" sldId="260"/>
            <ac:spMk id="2" creationId="{EA89C87C-86E4-C67A-EA00-3F831287B147}"/>
          </ac:spMkLst>
        </pc:spChg>
        <pc:spChg chg="add mod">
          <ac:chgData name="Jyoti Jaiswar" userId="3b22297196799962" providerId="LiveId" clId="{6F5F0EBA-01DA-4078-98E6-D5B1FE3D64EB}" dt="2026-04-18T10:32:00.841" v="367"/>
          <ac:spMkLst>
            <pc:docMk/>
            <pc:sldMk cId="1859919928" sldId="260"/>
            <ac:spMk id="3" creationId="{4598324D-B6F8-8D73-5766-01C86FEA7BFC}"/>
          </ac:spMkLst>
        </pc:spChg>
        <pc:spChg chg="add mod">
          <ac:chgData name="Jyoti Jaiswar" userId="3b22297196799962" providerId="LiveId" clId="{6F5F0EBA-01DA-4078-98E6-D5B1FE3D64EB}" dt="2026-04-18T10:31:52.831" v="364"/>
          <ac:spMkLst>
            <pc:docMk/>
            <pc:sldMk cId="1859919928" sldId="260"/>
            <ac:spMk id="4" creationId="{25A31A33-B1FF-4072-C6DB-6A5E883580D3}"/>
          </ac:spMkLst>
        </pc:spChg>
        <pc:spChg chg="add mod">
          <ac:chgData name="Jyoti Jaiswar" userId="3b22297196799962" providerId="LiveId" clId="{6F5F0EBA-01DA-4078-98E6-D5B1FE3D64EB}" dt="2026-04-18T10:31:52.831" v="364"/>
          <ac:spMkLst>
            <pc:docMk/>
            <pc:sldMk cId="1859919928" sldId="260"/>
            <ac:spMk id="5" creationId="{70604143-D9A7-5D4E-7810-094350EE5600}"/>
          </ac:spMkLst>
        </pc:spChg>
        <pc:spChg chg="add mod">
          <ac:chgData name="Jyoti Jaiswar" userId="3b22297196799962" providerId="LiveId" clId="{6F5F0EBA-01DA-4078-98E6-D5B1FE3D64EB}" dt="2026-04-18T10:31:52.831" v="364"/>
          <ac:spMkLst>
            <pc:docMk/>
            <pc:sldMk cId="1859919928" sldId="260"/>
            <ac:spMk id="6" creationId="{52C7BAE9-68A0-3821-AC23-5FA24A0769DB}"/>
          </ac:spMkLst>
        </pc:spChg>
        <pc:spChg chg="add mod">
          <ac:chgData name="Jyoti Jaiswar" userId="3b22297196799962" providerId="LiveId" clId="{6F5F0EBA-01DA-4078-98E6-D5B1FE3D64EB}" dt="2026-04-18T10:32:03.924" v="371"/>
          <ac:spMkLst>
            <pc:docMk/>
            <pc:sldMk cId="1859919928" sldId="260"/>
            <ac:spMk id="7" creationId="{144C6D3D-D803-411F-5F1A-FF5B2D08A7FE}"/>
          </ac:spMkLst>
        </pc:spChg>
        <pc:spChg chg="add mod">
          <ac:chgData name="Jyoti Jaiswar" userId="3b22297196799962" providerId="LiveId" clId="{6F5F0EBA-01DA-4078-98E6-D5B1FE3D64EB}" dt="2026-04-18T10:32:02.633" v="368"/>
          <ac:spMkLst>
            <pc:docMk/>
            <pc:sldMk cId="1859919928" sldId="260"/>
            <ac:spMk id="8" creationId="{2D1C30D3-9CDC-374D-7EDD-598607BB6B72}"/>
          </ac:spMkLst>
        </pc:spChg>
        <pc:spChg chg="add mod">
          <ac:chgData name="Jyoti Jaiswar" userId="3b22297196799962" providerId="LiveId" clId="{6F5F0EBA-01DA-4078-98E6-D5B1FE3D64EB}" dt="2026-04-18T10:32:02.633" v="368"/>
          <ac:spMkLst>
            <pc:docMk/>
            <pc:sldMk cId="1859919928" sldId="260"/>
            <ac:spMk id="9" creationId="{F73FB752-0116-9E83-D121-D8DF9EFB290E}"/>
          </ac:spMkLst>
        </pc:spChg>
        <pc:spChg chg="add mod">
          <ac:chgData name="Jyoti Jaiswar" userId="3b22297196799962" providerId="LiveId" clId="{6F5F0EBA-01DA-4078-98E6-D5B1FE3D64EB}" dt="2026-04-18T10:32:02.633" v="368"/>
          <ac:spMkLst>
            <pc:docMk/>
            <pc:sldMk cId="1859919928" sldId="260"/>
            <ac:spMk id="10" creationId="{4AA04BF0-7A57-EF6A-8466-18881D1ED66E}"/>
          </ac:spMkLst>
        </pc:spChg>
        <pc:spChg chg="add mod">
          <ac:chgData name="Jyoti Jaiswar" userId="3b22297196799962" providerId="LiveId" clId="{6F5F0EBA-01DA-4078-98E6-D5B1FE3D64EB}" dt="2026-04-18T10:52:13.712" v="514" actId="1076"/>
          <ac:spMkLst>
            <pc:docMk/>
            <pc:sldMk cId="1859919928" sldId="260"/>
            <ac:spMk id="11" creationId="{6EA2B78D-6BBF-CACD-D325-0EC8023500F7}"/>
          </ac:spMkLst>
        </pc:spChg>
        <pc:spChg chg="add mod">
          <ac:chgData name="Jyoti Jaiswar" userId="3b22297196799962" providerId="LiveId" clId="{6F5F0EBA-01DA-4078-98E6-D5B1FE3D64EB}" dt="2026-04-18T10:52:13.712" v="514" actId="1076"/>
          <ac:spMkLst>
            <pc:docMk/>
            <pc:sldMk cId="1859919928" sldId="260"/>
            <ac:spMk id="12" creationId="{E0E753DB-F4F1-E12E-E23B-6F3871B6F827}"/>
          </ac:spMkLst>
        </pc:spChg>
        <pc:spChg chg="add mod">
          <ac:chgData name="Jyoti Jaiswar" userId="3b22297196799962" providerId="LiveId" clId="{6F5F0EBA-01DA-4078-98E6-D5B1FE3D64EB}" dt="2026-04-18T10:34:40.851" v="384"/>
          <ac:spMkLst>
            <pc:docMk/>
            <pc:sldMk cId="1859919928" sldId="260"/>
            <ac:spMk id="13" creationId="{FDF39CBF-7945-6A08-116A-F73F9F73CFB7}"/>
          </ac:spMkLst>
        </pc:spChg>
        <pc:spChg chg="add mod">
          <ac:chgData name="Jyoti Jaiswar" userId="3b22297196799962" providerId="LiveId" clId="{6F5F0EBA-01DA-4078-98E6-D5B1FE3D64EB}" dt="2026-04-18T10:52:13.712" v="514" actId="1076"/>
          <ac:spMkLst>
            <pc:docMk/>
            <pc:sldMk cId="1859919928" sldId="260"/>
            <ac:spMk id="14" creationId="{49EB2B90-3DC8-E6F0-1B82-389A836DFAD8}"/>
          </ac:spMkLst>
        </pc:spChg>
        <pc:spChg chg="add mod">
          <ac:chgData name="Jyoti Jaiswar" userId="3b22297196799962" providerId="LiveId" clId="{6F5F0EBA-01DA-4078-98E6-D5B1FE3D64EB}" dt="2026-04-18T10:34:40.851" v="384"/>
          <ac:spMkLst>
            <pc:docMk/>
            <pc:sldMk cId="1859919928" sldId="260"/>
            <ac:spMk id="15" creationId="{A25D586A-5249-51A0-38B4-0B0CCE3C827A}"/>
          </ac:spMkLst>
        </pc:spChg>
        <pc:spChg chg="add mod">
          <ac:chgData name="Jyoti Jaiswar" userId="3b22297196799962" providerId="LiveId" clId="{6F5F0EBA-01DA-4078-98E6-D5B1FE3D64EB}" dt="2026-04-18T10:34:40.851" v="384"/>
          <ac:spMkLst>
            <pc:docMk/>
            <pc:sldMk cId="1859919928" sldId="260"/>
            <ac:spMk id="16" creationId="{BD4B1407-6198-2F50-9E16-C828409C275E}"/>
          </ac:spMkLst>
        </pc:spChg>
        <pc:spChg chg="add mod">
          <ac:chgData name="Jyoti Jaiswar" userId="3b22297196799962" providerId="LiveId" clId="{6F5F0EBA-01DA-4078-98E6-D5B1FE3D64EB}" dt="2026-04-18T10:34:41.324" v="385"/>
          <ac:spMkLst>
            <pc:docMk/>
            <pc:sldMk cId="1859919928" sldId="260"/>
            <ac:spMk id="17" creationId="{C104B1CF-0F32-D224-489D-33726C09C92A}"/>
          </ac:spMkLst>
        </pc:spChg>
        <pc:spChg chg="add mod">
          <ac:chgData name="Jyoti Jaiswar" userId="3b22297196799962" providerId="LiveId" clId="{6F5F0EBA-01DA-4078-98E6-D5B1FE3D64EB}" dt="2026-04-18T10:34:41.324" v="385"/>
          <ac:spMkLst>
            <pc:docMk/>
            <pc:sldMk cId="1859919928" sldId="260"/>
            <ac:spMk id="18" creationId="{FFCCE3CD-B135-D95E-D0C6-1E8B7B2CA359}"/>
          </ac:spMkLst>
        </pc:spChg>
        <pc:spChg chg="add mod">
          <ac:chgData name="Jyoti Jaiswar" userId="3b22297196799962" providerId="LiveId" clId="{6F5F0EBA-01DA-4078-98E6-D5B1FE3D64EB}" dt="2026-04-18T10:34:41.324" v="385"/>
          <ac:spMkLst>
            <pc:docMk/>
            <pc:sldMk cId="1859919928" sldId="260"/>
            <ac:spMk id="19" creationId="{7DFB63DA-CF0F-F391-50B3-7689D1B4B940}"/>
          </ac:spMkLst>
        </pc:spChg>
        <pc:spChg chg="add mod">
          <ac:chgData name="Jyoti Jaiswar" userId="3b22297196799962" providerId="LiveId" clId="{6F5F0EBA-01DA-4078-98E6-D5B1FE3D64EB}" dt="2026-04-18T10:34:48.791" v="386"/>
          <ac:spMkLst>
            <pc:docMk/>
            <pc:sldMk cId="1859919928" sldId="260"/>
            <ac:spMk id="20" creationId="{D7A21FA1-84EE-626C-1A88-D7BC5FCABEA3}"/>
          </ac:spMkLst>
        </pc:spChg>
        <pc:spChg chg="add mod">
          <ac:chgData name="Jyoti Jaiswar" userId="3b22297196799962" providerId="LiveId" clId="{6F5F0EBA-01DA-4078-98E6-D5B1FE3D64EB}" dt="2026-04-18T10:34:48.791" v="386"/>
          <ac:spMkLst>
            <pc:docMk/>
            <pc:sldMk cId="1859919928" sldId="260"/>
            <ac:spMk id="21" creationId="{EF75F788-0B67-6ADD-24B7-2DC41BB5BC98}"/>
          </ac:spMkLst>
        </pc:spChg>
        <pc:spChg chg="add mod">
          <ac:chgData name="Jyoti Jaiswar" userId="3b22297196799962" providerId="LiveId" clId="{6F5F0EBA-01DA-4078-98E6-D5B1FE3D64EB}" dt="2026-04-18T10:34:48.791" v="386"/>
          <ac:spMkLst>
            <pc:docMk/>
            <pc:sldMk cId="1859919928" sldId="260"/>
            <ac:spMk id="22" creationId="{6B8F1529-4879-491D-6A5B-97C76B904DF8}"/>
          </ac:spMkLst>
        </pc:spChg>
        <pc:spChg chg="add del mod">
          <ac:chgData name="Jyoti Jaiswar" userId="3b22297196799962" providerId="LiveId" clId="{6F5F0EBA-01DA-4078-98E6-D5B1FE3D64EB}" dt="2026-04-18T10:41:37.177" v="446" actId="478"/>
          <ac:spMkLst>
            <pc:docMk/>
            <pc:sldMk cId="1859919928" sldId="260"/>
            <ac:spMk id="23" creationId="{BF0A623D-E37A-EC19-2621-8E7571176D7C}"/>
          </ac:spMkLst>
        </pc:spChg>
        <pc:spChg chg="add del mod">
          <ac:chgData name="Jyoti Jaiswar" userId="3b22297196799962" providerId="LiveId" clId="{6F5F0EBA-01DA-4078-98E6-D5B1FE3D64EB}" dt="2026-04-18T10:41:38.698" v="447" actId="478"/>
          <ac:spMkLst>
            <pc:docMk/>
            <pc:sldMk cId="1859919928" sldId="260"/>
            <ac:spMk id="24" creationId="{88E0980D-2AE5-621B-AB2A-1162D5000F75}"/>
          </ac:spMkLst>
        </pc:spChg>
        <pc:spChg chg="add del mod">
          <ac:chgData name="Jyoti Jaiswar" userId="3b22297196799962" providerId="LiveId" clId="{6F5F0EBA-01DA-4078-98E6-D5B1FE3D64EB}" dt="2026-04-18T10:41:39.698" v="448" actId="478"/>
          <ac:spMkLst>
            <pc:docMk/>
            <pc:sldMk cId="1859919928" sldId="260"/>
            <ac:spMk id="25" creationId="{5ECCCEBF-D480-7162-16AF-B1E53965D5B4}"/>
          </ac:spMkLst>
        </pc:spChg>
        <pc:spChg chg="add del mod">
          <ac:chgData name="Jyoti Jaiswar" userId="3b22297196799962" providerId="LiveId" clId="{6F5F0EBA-01DA-4078-98E6-D5B1FE3D64EB}" dt="2026-04-18T10:36:31.219" v="423" actId="478"/>
          <ac:spMkLst>
            <pc:docMk/>
            <pc:sldMk cId="1859919928" sldId="260"/>
            <ac:spMk id="26" creationId="{8C32E583-77D5-5A18-7761-F3CE062B4A51}"/>
          </ac:spMkLst>
        </pc:spChg>
        <pc:spChg chg="add mod">
          <ac:chgData name="Jyoti Jaiswar" userId="3b22297196799962" providerId="LiveId" clId="{6F5F0EBA-01DA-4078-98E6-D5B1FE3D64EB}" dt="2026-04-18T10:52:13.712" v="514" actId="1076"/>
          <ac:spMkLst>
            <pc:docMk/>
            <pc:sldMk cId="1859919928" sldId="260"/>
            <ac:spMk id="27" creationId="{A712B31D-EE09-8378-CC5A-E4DB6134D4B9}"/>
          </ac:spMkLst>
        </pc:spChg>
        <pc:spChg chg="add mod">
          <ac:chgData name="Jyoti Jaiswar" userId="3b22297196799962" providerId="LiveId" clId="{6F5F0EBA-01DA-4078-98E6-D5B1FE3D64EB}" dt="2026-04-18T10:36:33.659" v="424"/>
          <ac:spMkLst>
            <pc:docMk/>
            <pc:sldMk cId="1859919928" sldId="260"/>
            <ac:spMk id="28" creationId="{05B10E7B-95A2-A9D1-15A2-A6001DF3AD39}"/>
          </ac:spMkLst>
        </pc:spChg>
        <pc:spChg chg="add mod">
          <ac:chgData name="Jyoti Jaiswar" userId="3b22297196799962" providerId="LiveId" clId="{6F5F0EBA-01DA-4078-98E6-D5B1FE3D64EB}" dt="2026-04-18T10:52:13.712" v="514" actId="1076"/>
          <ac:spMkLst>
            <pc:docMk/>
            <pc:sldMk cId="1859919928" sldId="260"/>
            <ac:spMk id="29" creationId="{8EA8EDC1-6F67-FBA4-1C1E-2BD9927BFEF3}"/>
          </ac:spMkLst>
        </pc:spChg>
        <pc:spChg chg="add mod">
          <ac:chgData name="Jyoti Jaiswar" userId="3b22297196799962" providerId="LiveId" clId="{6F5F0EBA-01DA-4078-98E6-D5B1FE3D64EB}" dt="2026-04-18T10:52:13.712" v="514" actId="1076"/>
          <ac:spMkLst>
            <pc:docMk/>
            <pc:sldMk cId="1859919928" sldId="260"/>
            <ac:spMk id="30" creationId="{14112A90-08F4-2D73-F09B-9AAC2F6BD419}"/>
          </ac:spMkLst>
        </pc:spChg>
        <pc:spChg chg="add mod">
          <ac:chgData name="Jyoti Jaiswar" userId="3b22297196799962" providerId="LiveId" clId="{6F5F0EBA-01DA-4078-98E6-D5B1FE3D64EB}" dt="2026-04-18T10:52:13.712" v="514" actId="1076"/>
          <ac:spMkLst>
            <pc:docMk/>
            <pc:sldMk cId="1859919928" sldId="260"/>
            <ac:spMk id="31" creationId="{4DB544C0-DEB8-9A18-8DAA-7752BB2978F4}"/>
          </ac:spMkLst>
        </pc:spChg>
        <pc:spChg chg="add mod">
          <ac:chgData name="Jyoti Jaiswar" userId="3b22297196799962" providerId="LiveId" clId="{6F5F0EBA-01DA-4078-98E6-D5B1FE3D64EB}" dt="2026-04-18T10:52:13.712" v="514" actId="1076"/>
          <ac:spMkLst>
            <pc:docMk/>
            <pc:sldMk cId="1859919928" sldId="260"/>
            <ac:spMk id="32" creationId="{A9A699B2-F068-DDE3-1F5F-16E0E91E684C}"/>
          </ac:spMkLst>
        </pc:spChg>
        <pc:spChg chg="add mod">
          <ac:chgData name="Jyoti Jaiswar" userId="3b22297196799962" providerId="LiveId" clId="{6F5F0EBA-01DA-4078-98E6-D5B1FE3D64EB}" dt="2026-04-18T11:13:00.660" v="783" actId="1076"/>
          <ac:spMkLst>
            <pc:docMk/>
            <pc:sldMk cId="1859919928" sldId="260"/>
            <ac:spMk id="55" creationId="{7499EDF8-A925-A472-74B6-DD28282A757E}"/>
          </ac:spMkLst>
        </pc:spChg>
        <pc:spChg chg="add mod">
          <ac:chgData name="Jyoti Jaiswar" userId="3b22297196799962" providerId="LiveId" clId="{6F5F0EBA-01DA-4078-98E6-D5B1FE3D64EB}" dt="2026-04-18T11:13:00.660" v="783" actId="1076"/>
          <ac:spMkLst>
            <pc:docMk/>
            <pc:sldMk cId="1859919928" sldId="260"/>
            <ac:spMk id="56" creationId="{CA420496-D16C-FF2E-6EFD-C1D289472B82}"/>
          </ac:spMkLst>
        </pc:spChg>
        <pc:spChg chg="add mod">
          <ac:chgData name="Jyoti Jaiswar" userId="3b22297196799962" providerId="LiveId" clId="{6F5F0EBA-01DA-4078-98E6-D5B1FE3D64EB}" dt="2026-04-18T11:13:00.660" v="783" actId="1076"/>
          <ac:spMkLst>
            <pc:docMk/>
            <pc:sldMk cId="1859919928" sldId="260"/>
            <ac:spMk id="57" creationId="{20EDA3BB-FDD4-0A0C-4D2C-FCA7652BBEBD}"/>
          </ac:spMkLst>
        </pc:spChg>
        <pc:spChg chg="add mod">
          <ac:chgData name="Jyoti Jaiswar" userId="3b22297196799962" providerId="LiveId" clId="{6F5F0EBA-01DA-4078-98E6-D5B1FE3D64EB}" dt="2026-04-18T11:13:00.660" v="783" actId="1076"/>
          <ac:spMkLst>
            <pc:docMk/>
            <pc:sldMk cId="1859919928" sldId="260"/>
            <ac:spMk id="58" creationId="{31CB7506-A4E0-FC69-CDD7-7D4114192C3B}"/>
          </ac:spMkLst>
        </pc:spChg>
        <pc:spChg chg="add mod">
          <ac:chgData name="Jyoti Jaiswar" userId="3b22297196799962" providerId="LiveId" clId="{6F5F0EBA-01DA-4078-98E6-D5B1FE3D64EB}" dt="2026-04-18T11:13:00.660" v="783" actId="1076"/>
          <ac:spMkLst>
            <pc:docMk/>
            <pc:sldMk cId="1859919928" sldId="260"/>
            <ac:spMk id="59" creationId="{625619F9-FE37-C693-B8F7-04E211F91BC4}"/>
          </ac:spMkLst>
        </pc:spChg>
        <pc:spChg chg="add mod">
          <ac:chgData name="Jyoti Jaiswar" userId="3b22297196799962" providerId="LiveId" clId="{6F5F0EBA-01DA-4078-98E6-D5B1FE3D64EB}" dt="2026-04-18T11:13:00.660" v="783" actId="1076"/>
          <ac:spMkLst>
            <pc:docMk/>
            <pc:sldMk cId="1859919928" sldId="260"/>
            <ac:spMk id="60" creationId="{CD125991-89A2-D397-DD38-07BE45201847}"/>
          </ac:spMkLst>
        </pc:spChg>
        <pc:spChg chg="add mod">
          <ac:chgData name="Jyoti Jaiswar" userId="3b22297196799962" providerId="LiveId" clId="{6F5F0EBA-01DA-4078-98E6-D5B1FE3D64EB}" dt="2026-04-18T11:13:00.660" v="783" actId="1076"/>
          <ac:spMkLst>
            <pc:docMk/>
            <pc:sldMk cId="1859919928" sldId="260"/>
            <ac:spMk id="61" creationId="{6B0CC14E-520A-62A3-90B8-152FCFC56123}"/>
          </ac:spMkLst>
        </pc:spChg>
        <pc:spChg chg="add mod">
          <ac:chgData name="Jyoti Jaiswar" userId="3b22297196799962" providerId="LiveId" clId="{6F5F0EBA-01DA-4078-98E6-D5B1FE3D64EB}" dt="2026-04-18T11:13:00.660" v="783" actId="1076"/>
          <ac:spMkLst>
            <pc:docMk/>
            <pc:sldMk cId="1859919928" sldId="260"/>
            <ac:spMk id="62" creationId="{B7FF3B21-0F4E-3451-FAB8-2B65B7631E3A}"/>
          </ac:spMkLst>
        </pc:spChg>
        <pc:spChg chg="add mod">
          <ac:chgData name="Jyoti Jaiswar" userId="3b22297196799962" providerId="LiveId" clId="{6F5F0EBA-01DA-4078-98E6-D5B1FE3D64EB}" dt="2026-04-18T11:13:00.660" v="783" actId="1076"/>
          <ac:spMkLst>
            <pc:docMk/>
            <pc:sldMk cId="1859919928" sldId="260"/>
            <ac:spMk id="63" creationId="{E02B3F57-6396-E6E1-CE49-3DB5BBA3312E}"/>
          </ac:spMkLst>
        </pc:spChg>
        <pc:spChg chg="add mod">
          <ac:chgData name="Jyoti Jaiswar" userId="3b22297196799962" providerId="LiveId" clId="{6F5F0EBA-01DA-4078-98E6-D5B1FE3D64EB}" dt="2026-04-18T11:13:00.660" v="783" actId="1076"/>
          <ac:spMkLst>
            <pc:docMk/>
            <pc:sldMk cId="1859919928" sldId="260"/>
            <ac:spMk id="64" creationId="{D60F9FFD-29E2-8C8F-DA59-7BF6EE69C9F0}"/>
          </ac:spMkLst>
        </pc:spChg>
        <pc:spChg chg="add mod">
          <ac:chgData name="Jyoti Jaiswar" userId="3b22297196799962" providerId="LiveId" clId="{6F5F0EBA-01DA-4078-98E6-D5B1FE3D64EB}" dt="2026-04-18T11:10:57.552" v="773" actId="1076"/>
          <ac:spMkLst>
            <pc:docMk/>
            <pc:sldMk cId="1859919928" sldId="260"/>
            <ac:spMk id="97" creationId="{BA2ED0DC-5BCD-4952-B4A5-687D7873D2F2}"/>
          </ac:spMkLst>
        </pc:spChg>
        <pc:spChg chg="add mod">
          <ac:chgData name="Jyoti Jaiswar" userId="3b22297196799962" providerId="LiveId" clId="{6F5F0EBA-01DA-4078-98E6-D5B1FE3D64EB}" dt="2026-04-18T11:10:35.952" v="771" actId="1076"/>
          <ac:spMkLst>
            <pc:docMk/>
            <pc:sldMk cId="1859919928" sldId="260"/>
            <ac:spMk id="98" creationId="{DF483E9A-2F61-27EA-3D4D-8331FB866FF7}"/>
          </ac:spMkLst>
        </pc:spChg>
        <pc:spChg chg="add mod">
          <ac:chgData name="Jyoti Jaiswar" userId="3b22297196799962" providerId="LiveId" clId="{6F5F0EBA-01DA-4078-98E6-D5B1FE3D64EB}" dt="2026-04-18T11:10:43.650" v="772" actId="1076"/>
          <ac:spMkLst>
            <pc:docMk/>
            <pc:sldMk cId="1859919928" sldId="260"/>
            <ac:spMk id="99" creationId="{60159477-19C3-FED9-D31C-A1BA173E0E73}"/>
          </ac:spMkLst>
        </pc:spChg>
        <pc:spChg chg="add mod">
          <ac:chgData name="Jyoti Jaiswar" userId="3b22297196799962" providerId="LiveId" clId="{6F5F0EBA-01DA-4078-98E6-D5B1FE3D64EB}" dt="2026-04-18T11:11:39.648" v="777" actId="1076"/>
          <ac:spMkLst>
            <pc:docMk/>
            <pc:sldMk cId="1859919928" sldId="260"/>
            <ac:spMk id="100" creationId="{9D450141-5C62-698C-20B0-ABCC7A0F45A3}"/>
          </ac:spMkLst>
        </pc:spChg>
        <pc:spChg chg="add mod">
          <ac:chgData name="Jyoti Jaiswar" userId="3b22297196799962" providerId="LiveId" clId="{6F5F0EBA-01DA-4078-98E6-D5B1FE3D64EB}" dt="2026-04-18T11:11:48.632" v="778" actId="1076"/>
          <ac:spMkLst>
            <pc:docMk/>
            <pc:sldMk cId="1859919928" sldId="260"/>
            <ac:spMk id="101" creationId="{BCC3706B-959D-D7DD-81AF-65512AE8ED31}"/>
          </ac:spMkLst>
        </pc:spChg>
        <pc:spChg chg="add mod">
          <ac:chgData name="Jyoti Jaiswar" userId="3b22297196799962" providerId="LiveId" clId="{6F5F0EBA-01DA-4078-98E6-D5B1FE3D64EB}" dt="2026-04-18T11:11:58.778" v="779" actId="1076"/>
          <ac:spMkLst>
            <pc:docMk/>
            <pc:sldMk cId="1859919928" sldId="260"/>
            <ac:spMk id="102" creationId="{30C888D4-629B-C073-0035-513286B6B65C}"/>
          </ac:spMkLst>
        </pc:spChg>
        <pc:cxnChg chg="add del mod">
          <ac:chgData name="Jyoti Jaiswar" userId="3b22297196799962" providerId="LiveId" clId="{6F5F0EBA-01DA-4078-98E6-D5B1FE3D64EB}" dt="2026-04-18T10:48:36.301" v="503" actId="478"/>
          <ac:cxnSpMkLst>
            <pc:docMk/>
            <pc:sldMk cId="1859919928" sldId="260"/>
            <ac:cxnSpMk id="34" creationId="{8F206296-FA39-0E69-9D49-3B38C141179D}"/>
          </ac:cxnSpMkLst>
        </pc:cxnChg>
        <pc:cxnChg chg="add del mod">
          <ac:chgData name="Jyoti Jaiswar" userId="3b22297196799962" providerId="LiveId" clId="{6F5F0EBA-01DA-4078-98E6-D5B1FE3D64EB}" dt="2026-04-18T10:48:32.689" v="502" actId="478"/>
          <ac:cxnSpMkLst>
            <pc:docMk/>
            <pc:sldMk cId="1859919928" sldId="260"/>
            <ac:cxnSpMk id="37" creationId="{8FEDEFEB-56E5-935F-8DAC-B65CA08F255E}"/>
          </ac:cxnSpMkLst>
        </pc:cxnChg>
        <pc:cxnChg chg="add mod">
          <ac:chgData name="Jyoti Jaiswar" userId="3b22297196799962" providerId="LiveId" clId="{6F5F0EBA-01DA-4078-98E6-D5B1FE3D64EB}" dt="2026-04-18T10:52:13.712" v="514" actId="1076"/>
          <ac:cxnSpMkLst>
            <pc:docMk/>
            <pc:sldMk cId="1859919928" sldId="260"/>
            <ac:cxnSpMk id="39" creationId="{886BAB85-40BF-ABC9-803F-0D5C51E877F5}"/>
          </ac:cxnSpMkLst>
        </pc:cxnChg>
        <pc:cxnChg chg="add">
          <ac:chgData name="Jyoti Jaiswar" userId="3b22297196799962" providerId="LiveId" clId="{6F5F0EBA-01DA-4078-98E6-D5B1FE3D64EB}" dt="2026-04-18T10:49:27.250" v="505" actId="11529"/>
          <ac:cxnSpMkLst>
            <pc:docMk/>
            <pc:sldMk cId="1859919928" sldId="260"/>
            <ac:cxnSpMk id="41" creationId="{73C74658-A565-EF46-D590-3DAF8327F1DF}"/>
          </ac:cxnSpMkLst>
        </pc:cxnChg>
        <pc:cxnChg chg="add del mod">
          <ac:chgData name="Jyoti Jaiswar" userId="3b22297196799962" providerId="LiveId" clId="{6F5F0EBA-01DA-4078-98E6-D5B1FE3D64EB}" dt="2026-04-18T10:50:57.562" v="510" actId="478"/>
          <ac:cxnSpMkLst>
            <pc:docMk/>
            <pc:sldMk cId="1859919928" sldId="260"/>
            <ac:cxnSpMk id="43" creationId="{71EAEA1D-468C-6F16-ED81-7F837F7C0EA2}"/>
          </ac:cxnSpMkLst>
        </pc:cxnChg>
        <pc:cxnChg chg="add mod">
          <ac:chgData name="Jyoti Jaiswar" userId="3b22297196799962" providerId="LiveId" clId="{6F5F0EBA-01DA-4078-98E6-D5B1FE3D64EB}" dt="2026-04-18T10:52:13.712" v="514" actId="1076"/>
          <ac:cxnSpMkLst>
            <pc:docMk/>
            <pc:sldMk cId="1859919928" sldId="260"/>
            <ac:cxnSpMk id="45" creationId="{1117D6A3-DF8B-860B-E34A-ADEAB3B874BB}"/>
          </ac:cxnSpMkLst>
        </pc:cxnChg>
        <pc:cxnChg chg="add">
          <ac:chgData name="Jyoti Jaiswar" userId="3b22297196799962" providerId="LiveId" clId="{6F5F0EBA-01DA-4078-98E6-D5B1FE3D64EB}" dt="2026-04-18T10:50:44.394" v="508" actId="11529"/>
          <ac:cxnSpMkLst>
            <pc:docMk/>
            <pc:sldMk cId="1859919928" sldId="260"/>
            <ac:cxnSpMk id="47" creationId="{0E4E0BEC-14C2-DD53-8432-AC15EEACC795}"/>
          </ac:cxnSpMkLst>
        </pc:cxnChg>
        <pc:cxnChg chg="add">
          <ac:chgData name="Jyoti Jaiswar" userId="3b22297196799962" providerId="LiveId" clId="{6F5F0EBA-01DA-4078-98E6-D5B1FE3D64EB}" dt="2026-04-18T10:51:14.066" v="511" actId="11529"/>
          <ac:cxnSpMkLst>
            <pc:docMk/>
            <pc:sldMk cId="1859919928" sldId="260"/>
            <ac:cxnSpMk id="49" creationId="{1C80D73F-51AC-76C2-527C-098E03B402F1}"/>
          </ac:cxnSpMkLst>
        </pc:cxnChg>
        <pc:cxnChg chg="add">
          <ac:chgData name="Jyoti Jaiswar" userId="3b22297196799962" providerId="LiveId" clId="{6F5F0EBA-01DA-4078-98E6-D5B1FE3D64EB}" dt="2026-04-18T10:51:31.828" v="512" actId="11529"/>
          <ac:cxnSpMkLst>
            <pc:docMk/>
            <pc:sldMk cId="1859919928" sldId="260"/>
            <ac:cxnSpMk id="51" creationId="{039E9655-B82D-C8AF-CF37-883C15BAC522}"/>
          </ac:cxnSpMkLst>
        </pc:cxnChg>
        <pc:cxnChg chg="add">
          <ac:chgData name="Jyoti Jaiswar" userId="3b22297196799962" providerId="LiveId" clId="{6F5F0EBA-01DA-4078-98E6-D5B1FE3D64EB}" dt="2026-04-18T10:51:40.666" v="513" actId="11529"/>
          <ac:cxnSpMkLst>
            <pc:docMk/>
            <pc:sldMk cId="1859919928" sldId="260"/>
            <ac:cxnSpMk id="53" creationId="{55799688-B0B4-8BB9-830B-73A385673708}"/>
          </ac:cxnSpMkLst>
        </pc:cxnChg>
        <pc:cxnChg chg="add mod">
          <ac:chgData name="Jyoti Jaiswar" userId="3b22297196799962" providerId="LiveId" clId="{6F5F0EBA-01DA-4078-98E6-D5B1FE3D64EB}" dt="2026-04-18T11:03:51.310" v="659" actId="1076"/>
          <ac:cxnSpMkLst>
            <pc:docMk/>
            <pc:sldMk cId="1859919928" sldId="260"/>
            <ac:cxnSpMk id="66" creationId="{145B0AAA-A148-380C-CF3B-E102D03D3B26}"/>
          </ac:cxnSpMkLst>
        </pc:cxnChg>
        <pc:cxnChg chg="add del mod">
          <ac:chgData name="Jyoti Jaiswar" userId="3b22297196799962" providerId="LiveId" clId="{6F5F0EBA-01DA-4078-98E6-D5B1FE3D64EB}" dt="2026-04-18T11:02:32.602" v="646" actId="11529"/>
          <ac:cxnSpMkLst>
            <pc:docMk/>
            <pc:sldMk cId="1859919928" sldId="260"/>
            <ac:cxnSpMk id="68" creationId="{E824BEF8-A097-61BC-C6B0-CF61E41F0B1B}"/>
          </ac:cxnSpMkLst>
        </pc:cxnChg>
        <pc:cxnChg chg="add del mod">
          <ac:chgData name="Jyoti Jaiswar" userId="3b22297196799962" providerId="LiveId" clId="{6F5F0EBA-01DA-4078-98E6-D5B1FE3D64EB}" dt="2026-04-18T11:02:47.188" v="648" actId="11529"/>
          <ac:cxnSpMkLst>
            <pc:docMk/>
            <pc:sldMk cId="1859919928" sldId="260"/>
            <ac:cxnSpMk id="70" creationId="{17EEFDD5-55DF-EA09-76CF-665B31B25AE4}"/>
          </ac:cxnSpMkLst>
        </pc:cxnChg>
        <pc:cxnChg chg="add del mod">
          <ac:chgData name="Jyoti Jaiswar" userId="3b22297196799962" providerId="LiveId" clId="{6F5F0EBA-01DA-4078-98E6-D5B1FE3D64EB}" dt="2026-04-18T11:03:18.711" v="651" actId="478"/>
          <ac:cxnSpMkLst>
            <pc:docMk/>
            <pc:sldMk cId="1859919928" sldId="260"/>
            <ac:cxnSpMk id="72" creationId="{616A2E51-34B0-F518-D184-CE9D61E92173}"/>
          </ac:cxnSpMkLst>
        </pc:cxnChg>
        <pc:cxnChg chg="add del">
          <ac:chgData name="Jyoti Jaiswar" userId="3b22297196799962" providerId="LiveId" clId="{6F5F0EBA-01DA-4078-98E6-D5B1FE3D64EB}" dt="2026-04-18T11:03:26.448" v="653" actId="11529"/>
          <ac:cxnSpMkLst>
            <pc:docMk/>
            <pc:sldMk cId="1859919928" sldId="260"/>
            <ac:cxnSpMk id="74" creationId="{112B6E27-B624-3C31-B893-173BC6700776}"/>
          </ac:cxnSpMkLst>
        </pc:cxnChg>
        <pc:cxnChg chg="add del">
          <ac:chgData name="Jyoti Jaiswar" userId="3b22297196799962" providerId="LiveId" clId="{6F5F0EBA-01DA-4078-98E6-D5B1FE3D64EB}" dt="2026-04-18T11:03:32.962" v="655" actId="11529"/>
          <ac:cxnSpMkLst>
            <pc:docMk/>
            <pc:sldMk cId="1859919928" sldId="260"/>
            <ac:cxnSpMk id="76" creationId="{FC7647D1-8474-70D1-BCD9-923A6E9FDDE5}"/>
          </ac:cxnSpMkLst>
        </pc:cxnChg>
        <pc:cxnChg chg="add del">
          <ac:chgData name="Jyoti Jaiswar" userId="3b22297196799962" providerId="LiveId" clId="{6F5F0EBA-01DA-4078-98E6-D5B1FE3D64EB}" dt="2026-04-18T11:03:47.231" v="657" actId="11529"/>
          <ac:cxnSpMkLst>
            <pc:docMk/>
            <pc:sldMk cId="1859919928" sldId="260"/>
            <ac:cxnSpMk id="78" creationId="{FF7C775F-9798-11EC-6C7F-2AE2DC6C9A37}"/>
          </ac:cxnSpMkLst>
        </pc:cxnChg>
        <pc:cxnChg chg="add">
          <ac:chgData name="Jyoti Jaiswar" userId="3b22297196799962" providerId="LiveId" clId="{6F5F0EBA-01DA-4078-98E6-D5B1FE3D64EB}" dt="2026-04-18T11:04:02.073" v="660" actId="11529"/>
          <ac:cxnSpMkLst>
            <pc:docMk/>
            <pc:sldMk cId="1859919928" sldId="260"/>
            <ac:cxnSpMk id="80" creationId="{28D953A8-AE6F-6FDD-A49A-DAC87A568155}"/>
          </ac:cxnSpMkLst>
        </pc:cxnChg>
        <pc:cxnChg chg="add del mod">
          <ac:chgData name="Jyoti Jaiswar" userId="3b22297196799962" providerId="LiveId" clId="{6F5F0EBA-01DA-4078-98E6-D5B1FE3D64EB}" dt="2026-04-18T11:04:22.523" v="662" actId="11529"/>
          <ac:cxnSpMkLst>
            <pc:docMk/>
            <pc:sldMk cId="1859919928" sldId="260"/>
            <ac:cxnSpMk id="82" creationId="{C540C8EC-6B85-4BC9-723F-3AD395945DC8}"/>
          </ac:cxnSpMkLst>
        </pc:cxnChg>
        <pc:cxnChg chg="add">
          <ac:chgData name="Jyoti Jaiswar" userId="3b22297196799962" providerId="LiveId" clId="{6F5F0EBA-01DA-4078-98E6-D5B1FE3D64EB}" dt="2026-04-18T11:04:32.963" v="663" actId="11529"/>
          <ac:cxnSpMkLst>
            <pc:docMk/>
            <pc:sldMk cId="1859919928" sldId="260"/>
            <ac:cxnSpMk id="84" creationId="{4F19AAA5-F4A8-BE91-6655-9058F9DE01B2}"/>
          </ac:cxnSpMkLst>
        </pc:cxnChg>
        <pc:cxnChg chg="add">
          <ac:chgData name="Jyoti Jaiswar" userId="3b22297196799962" providerId="LiveId" clId="{6F5F0EBA-01DA-4078-98E6-D5B1FE3D64EB}" dt="2026-04-18T11:04:47" v="664" actId="11529"/>
          <ac:cxnSpMkLst>
            <pc:docMk/>
            <pc:sldMk cId="1859919928" sldId="260"/>
            <ac:cxnSpMk id="86" creationId="{27AB9C40-8B32-BE7C-BEC2-7CB135A2793D}"/>
          </ac:cxnSpMkLst>
        </pc:cxnChg>
        <pc:cxnChg chg="add">
          <ac:chgData name="Jyoti Jaiswar" userId="3b22297196799962" providerId="LiveId" clId="{6F5F0EBA-01DA-4078-98E6-D5B1FE3D64EB}" dt="2026-04-18T11:04:55.930" v="665" actId="11529"/>
          <ac:cxnSpMkLst>
            <pc:docMk/>
            <pc:sldMk cId="1859919928" sldId="260"/>
            <ac:cxnSpMk id="88" creationId="{FA52BD53-8DD3-593C-7CC6-10C1ED9F4D03}"/>
          </ac:cxnSpMkLst>
        </pc:cxnChg>
        <pc:cxnChg chg="add">
          <ac:chgData name="Jyoti Jaiswar" userId="3b22297196799962" providerId="LiveId" clId="{6F5F0EBA-01DA-4078-98E6-D5B1FE3D64EB}" dt="2026-04-18T11:05:21.648" v="666" actId="11529"/>
          <ac:cxnSpMkLst>
            <pc:docMk/>
            <pc:sldMk cId="1859919928" sldId="260"/>
            <ac:cxnSpMk id="90" creationId="{46A18765-7EF9-C5AF-73DD-24FF23FDFA37}"/>
          </ac:cxnSpMkLst>
        </pc:cxnChg>
        <pc:cxnChg chg="add">
          <ac:chgData name="Jyoti Jaiswar" userId="3b22297196799962" providerId="LiveId" clId="{6F5F0EBA-01DA-4078-98E6-D5B1FE3D64EB}" dt="2026-04-18T11:05:32.322" v="667" actId="11529"/>
          <ac:cxnSpMkLst>
            <pc:docMk/>
            <pc:sldMk cId="1859919928" sldId="260"/>
            <ac:cxnSpMk id="92" creationId="{22711B19-929F-A56D-B576-E350B944A12F}"/>
          </ac:cxnSpMkLst>
        </pc:cxnChg>
        <pc:cxnChg chg="add">
          <ac:chgData name="Jyoti Jaiswar" userId="3b22297196799962" providerId="LiveId" clId="{6F5F0EBA-01DA-4078-98E6-D5B1FE3D64EB}" dt="2026-04-18T11:05:44.678" v="668" actId="11529"/>
          <ac:cxnSpMkLst>
            <pc:docMk/>
            <pc:sldMk cId="1859919928" sldId="260"/>
            <ac:cxnSpMk id="94" creationId="{6787C8BE-3E0F-28D4-F80E-B4AD53038EFE}"/>
          </ac:cxnSpMkLst>
        </pc:cxnChg>
        <pc:cxnChg chg="add">
          <ac:chgData name="Jyoti Jaiswar" userId="3b22297196799962" providerId="LiveId" clId="{6F5F0EBA-01DA-4078-98E6-D5B1FE3D64EB}" dt="2026-04-18T11:05:54.327" v="669" actId="11529"/>
          <ac:cxnSpMkLst>
            <pc:docMk/>
            <pc:sldMk cId="1859919928" sldId="260"/>
            <ac:cxnSpMk id="96" creationId="{5EEF80BB-2BCD-65F4-6D32-7F6F6A4B1FA5}"/>
          </ac:cxnSpMkLst>
        </pc:cxnChg>
        <pc:cxnChg chg="add mod">
          <ac:chgData name="Jyoti Jaiswar" userId="3b22297196799962" providerId="LiveId" clId="{6F5F0EBA-01DA-4078-98E6-D5B1FE3D64EB}" dt="2026-04-18T11:10:57.552" v="773" actId="1076"/>
          <ac:cxnSpMkLst>
            <pc:docMk/>
            <pc:sldMk cId="1859919928" sldId="260"/>
            <ac:cxnSpMk id="104" creationId="{E5D7371E-48E1-9127-DA03-22202C6D6137}"/>
          </ac:cxnSpMkLst>
        </pc:cxnChg>
        <pc:cxnChg chg="add del mod">
          <ac:chgData name="Jyoti Jaiswar" userId="3b22297196799962" providerId="LiveId" clId="{6F5F0EBA-01DA-4078-98E6-D5B1FE3D64EB}" dt="2026-04-18T11:09:58.815" v="764" actId="11529"/>
          <ac:cxnSpMkLst>
            <pc:docMk/>
            <pc:sldMk cId="1859919928" sldId="260"/>
            <ac:cxnSpMk id="106" creationId="{C08EBEF6-D542-D5D7-1D02-C8A43696CF74}"/>
          </ac:cxnSpMkLst>
        </pc:cxnChg>
        <pc:cxnChg chg="add del mod">
          <ac:chgData name="Jyoti Jaiswar" userId="3b22297196799962" providerId="LiveId" clId="{6F5F0EBA-01DA-4078-98E6-D5B1FE3D64EB}" dt="2026-04-18T11:10:07.468" v="766" actId="11529"/>
          <ac:cxnSpMkLst>
            <pc:docMk/>
            <pc:sldMk cId="1859919928" sldId="260"/>
            <ac:cxnSpMk id="108" creationId="{1259AE5C-EBB7-65B7-0507-ADEC7037EE99}"/>
          </ac:cxnSpMkLst>
        </pc:cxnChg>
        <pc:cxnChg chg="add del">
          <ac:chgData name="Jyoti Jaiswar" userId="3b22297196799962" providerId="LiveId" clId="{6F5F0EBA-01DA-4078-98E6-D5B1FE3D64EB}" dt="2026-04-18T11:10:15.494" v="768" actId="11529"/>
          <ac:cxnSpMkLst>
            <pc:docMk/>
            <pc:sldMk cId="1859919928" sldId="260"/>
            <ac:cxnSpMk id="110" creationId="{D9BC1215-3746-9800-AD48-6E5124073352}"/>
          </ac:cxnSpMkLst>
        </pc:cxnChg>
        <pc:cxnChg chg="add del mod">
          <ac:chgData name="Jyoti Jaiswar" userId="3b22297196799962" providerId="LiveId" clId="{6F5F0EBA-01DA-4078-98E6-D5B1FE3D64EB}" dt="2026-04-18T11:10:27.075" v="770" actId="11529"/>
          <ac:cxnSpMkLst>
            <pc:docMk/>
            <pc:sldMk cId="1859919928" sldId="260"/>
            <ac:cxnSpMk id="112" creationId="{0B22D2E3-DEA6-803A-6943-0D887AFE0899}"/>
          </ac:cxnSpMkLst>
        </pc:cxnChg>
        <pc:cxnChg chg="add del mod">
          <ac:chgData name="Jyoti Jaiswar" userId="3b22297196799962" providerId="LiveId" clId="{6F5F0EBA-01DA-4078-98E6-D5B1FE3D64EB}" dt="2026-04-18T11:11:20.248" v="775" actId="11529"/>
          <ac:cxnSpMkLst>
            <pc:docMk/>
            <pc:sldMk cId="1859919928" sldId="260"/>
            <ac:cxnSpMk id="116" creationId="{40AA481C-B610-99ED-EBCC-311BF5C5381D}"/>
          </ac:cxnSpMkLst>
        </pc:cxnChg>
        <pc:cxnChg chg="add">
          <ac:chgData name="Jyoti Jaiswar" userId="3b22297196799962" providerId="LiveId" clId="{6F5F0EBA-01DA-4078-98E6-D5B1FE3D64EB}" dt="2026-04-18T11:11:30.390" v="776" actId="11529"/>
          <ac:cxnSpMkLst>
            <pc:docMk/>
            <pc:sldMk cId="1859919928" sldId="260"/>
            <ac:cxnSpMk id="118" creationId="{4A93E108-3711-2AB6-20D4-C661D87C5040}"/>
          </ac:cxnSpMkLst>
        </pc:cxnChg>
        <pc:cxnChg chg="add">
          <ac:chgData name="Jyoti Jaiswar" userId="3b22297196799962" providerId="LiveId" clId="{6F5F0EBA-01DA-4078-98E6-D5B1FE3D64EB}" dt="2026-04-18T11:12:09.505" v="780" actId="11529"/>
          <ac:cxnSpMkLst>
            <pc:docMk/>
            <pc:sldMk cId="1859919928" sldId="260"/>
            <ac:cxnSpMk id="120" creationId="{E5EDBF12-A650-914F-2489-73446F20DF79}"/>
          </ac:cxnSpMkLst>
        </pc:cxnChg>
        <pc:cxnChg chg="add">
          <ac:chgData name="Jyoti Jaiswar" userId="3b22297196799962" providerId="LiveId" clId="{6F5F0EBA-01DA-4078-98E6-D5B1FE3D64EB}" dt="2026-04-18T11:12:23.194" v="781" actId="11529"/>
          <ac:cxnSpMkLst>
            <pc:docMk/>
            <pc:sldMk cId="1859919928" sldId="260"/>
            <ac:cxnSpMk id="122" creationId="{ACBAFBFF-7B0C-3B1C-DF07-BC034DEFF41E}"/>
          </ac:cxnSpMkLst>
        </pc:cxnChg>
        <pc:cxnChg chg="add">
          <ac:chgData name="Jyoti Jaiswar" userId="3b22297196799962" providerId="LiveId" clId="{6F5F0EBA-01DA-4078-98E6-D5B1FE3D64EB}" dt="2026-04-18T11:12:37.034" v="782" actId="11529"/>
          <ac:cxnSpMkLst>
            <pc:docMk/>
            <pc:sldMk cId="1859919928" sldId="260"/>
            <ac:cxnSpMk id="124" creationId="{D015B1C4-2A78-FEDE-D3BC-3E4E2852A959}"/>
          </ac:cxnSpMkLst>
        </pc:cxnChg>
      </pc:sldChg>
      <pc:sldChg chg="modSp new mod modAnim">
        <pc:chgData name="Jyoti Jaiswar" userId="3b22297196799962" providerId="LiveId" clId="{6F5F0EBA-01DA-4078-98E6-D5B1FE3D64EB}" dt="2026-04-19T18:01:25.771" v="2877"/>
        <pc:sldMkLst>
          <pc:docMk/>
          <pc:sldMk cId="1377742282" sldId="261"/>
        </pc:sldMkLst>
        <pc:spChg chg="mod">
          <ac:chgData name="Jyoti Jaiswar" userId="3b22297196799962" providerId="LiveId" clId="{6F5F0EBA-01DA-4078-98E6-D5B1FE3D64EB}" dt="2026-04-19T12:55:42.264" v="2582" actId="255"/>
          <ac:spMkLst>
            <pc:docMk/>
            <pc:sldMk cId="1377742282" sldId="261"/>
            <ac:spMk id="2" creationId="{57DDAC12-393B-87D3-DEC3-19AC1D6A2282}"/>
          </ac:spMkLst>
        </pc:spChg>
        <pc:spChg chg="mod">
          <ac:chgData name="Jyoti Jaiswar" userId="3b22297196799962" providerId="LiveId" clId="{6F5F0EBA-01DA-4078-98E6-D5B1FE3D64EB}" dt="2026-04-19T17:02:08.142" v="2610" actId="20577"/>
          <ac:spMkLst>
            <pc:docMk/>
            <pc:sldMk cId="1377742282" sldId="261"/>
            <ac:spMk id="3" creationId="{24F99AE4-47F2-FF7A-3E11-3055D6328191}"/>
          </ac:spMkLst>
        </pc:spChg>
      </pc:sldChg>
      <pc:sldChg chg="new del">
        <pc:chgData name="Jyoti Jaiswar" userId="3b22297196799962" providerId="LiveId" clId="{6F5F0EBA-01DA-4078-98E6-D5B1FE3D64EB}" dt="2026-04-18T11:17:42.717" v="786" actId="2696"/>
        <pc:sldMkLst>
          <pc:docMk/>
          <pc:sldMk cId="3667256460" sldId="261"/>
        </pc:sldMkLst>
      </pc:sldChg>
      <pc:sldChg chg="addSp delSp modSp new del mod">
        <pc:chgData name="Jyoti Jaiswar" userId="3b22297196799962" providerId="LiveId" clId="{6F5F0EBA-01DA-4078-98E6-D5B1FE3D64EB}" dt="2026-04-18T12:05:14.847" v="842" actId="2696"/>
        <pc:sldMkLst>
          <pc:docMk/>
          <pc:sldMk cId="2697440238" sldId="262"/>
        </pc:sldMkLst>
        <pc:spChg chg="mod">
          <ac:chgData name="Jyoti Jaiswar" userId="3b22297196799962" providerId="LiveId" clId="{6F5F0EBA-01DA-4078-98E6-D5B1FE3D64EB}" dt="2026-04-18T12:03:34.219" v="833" actId="21"/>
          <ac:spMkLst>
            <pc:docMk/>
            <pc:sldMk cId="2697440238" sldId="262"/>
            <ac:spMk id="2" creationId="{217ECA88-6421-3DB4-9BED-2B36FCC173B6}"/>
          </ac:spMkLst>
        </pc:spChg>
        <pc:spChg chg="mod">
          <ac:chgData name="Jyoti Jaiswar" userId="3b22297196799962" providerId="LiveId" clId="{6F5F0EBA-01DA-4078-98E6-D5B1FE3D64EB}" dt="2026-04-18T11:43:57.922" v="829" actId="14100"/>
          <ac:spMkLst>
            <pc:docMk/>
            <pc:sldMk cId="2697440238" sldId="262"/>
            <ac:spMk id="3" creationId="{9AD442D4-FC1D-C470-1F72-293EF9B2F3DD}"/>
          </ac:spMkLst>
        </pc:spChg>
        <pc:picChg chg="add del mod">
          <ac:chgData name="Jyoti Jaiswar" userId="3b22297196799962" providerId="LiveId" clId="{6F5F0EBA-01DA-4078-98E6-D5B1FE3D64EB}" dt="2026-04-18T12:04:00.757" v="836" actId="478"/>
          <ac:picMkLst>
            <pc:docMk/>
            <pc:sldMk cId="2697440238" sldId="262"/>
            <ac:picMk id="5" creationId="{83366913-ADA6-C70E-8D7A-2038B2AB390D}"/>
          </ac:picMkLst>
        </pc:picChg>
      </pc:sldChg>
      <pc:sldChg chg="addSp delSp modSp new mod modAnim">
        <pc:chgData name="Jyoti Jaiswar" userId="3b22297196799962" providerId="LiveId" clId="{6F5F0EBA-01DA-4078-98E6-D5B1FE3D64EB}" dt="2026-04-19T18:00:10.076" v="2873"/>
        <pc:sldMkLst>
          <pc:docMk/>
          <pc:sldMk cId="3451298397" sldId="263"/>
        </pc:sldMkLst>
        <pc:spChg chg="mod">
          <ac:chgData name="Jyoti Jaiswar" userId="3b22297196799962" providerId="LiveId" clId="{6F5F0EBA-01DA-4078-98E6-D5B1FE3D64EB}" dt="2026-04-18T12:05:40.871" v="845" actId="1076"/>
          <ac:spMkLst>
            <pc:docMk/>
            <pc:sldMk cId="3451298397" sldId="263"/>
            <ac:spMk id="2" creationId="{43660093-F2BC-974C-DC18-3D883BA22098}"/>
          </ac:spMkLst>
        </pc:spChg>
        <pc:picChg chg="add del mod">
          <ac:chgData name="Jyoti Jaiswar" userId="3b22297196799962" providerId="LiveId" clId="{6F5F0EBA-01DA-4078-98E6-D5B1FE3D64EB}" dt="2026-04-18T12:05:42.336" v="846" actId="478"/>
          <ac:picMkLst>
            <pc:docMk/>
            <pc:sldMk cId="3451298397" sldId="263"/>
            <ac:picMk id="4" creationId="{A84241C5-2B61-F0C7-E6E0-8D929E0F0233}"/>
          </ac:picMkLst>
        </pc:picChg>
        <pc:picChg chg="add mod">
          <ac:chgData name="Jyoti Jaiswar" userId="3b22297196799962" providerId="LiveId" clId="{6F5F0EBA-01DA-4078-98E6-D5B1FE3D64EB}" dt="2026-04-18T12:06:12.782" v="851" actId="1076"/>
          <ac:picMkLst>
            <pc:docMk/>
            <pc:sldMk cId="3451298397" sldId="263"/>
            <ac:picMk id="6" creationId="{1E5407E1-94E1-8A87-5249-7B525A4B3EA9}"/>
          </ac:picMkLst>
        </pc:picChg>
      </pc:sldChg>
      <pc:sldChg chg="add del">
        <pc:chgData name="Jyoti Jaiswar" userId="3b22297196799962" providerId="LiveId" clId="{6F5F0EBA-01DA-4078-98E6-D5B1FE3D64EB}" dt="2026-04-18T12:05:17.796" v="843" actId="2696"/>
        <pc:sldMkLst>
          <pc:docMk/>
          <pc:sldMk cId="1510510447" sldId="264"/>
        </pc:sldMkLst>
      </pc:sldChg>
      <pc:sldChg chg="addSp modSp new mod modAnim">
        <pc:chgData name="Jyoti Jaiswar" userId="3b22297196799962" providerId="LiveId" clId="{6F5F0EBA-01DA-4078-98E6-D5B1FE3D64EB}" dt="2026-04-19T18:24:18.433" v="2905" actId="20577"/>
        <pc:sldMkLst>
          <pc:docMk/>
          <pc:sldMk cId="2937624830" sldId="264"/>
        </pc:sldMkLst>
        <pc:spChg chg="mod">
          <ac:chgData name="Jyoti Jaiswar" userId="3b22297196799962" providerId="LiveId" clId="{6F5F0EBA-01DA-4078-98E6-D5B1FE3D64EB}" dt="2026-04-18T12:29:09.869" v="996" actId="113"/>
          <ac:spMkLst>
            <pc:docMk/>
            <pc:sldMk cId="2937624830" sldId="264"/>
            <ac:spMk id="2" creationId="{9F6EB04F-FB2F-083B-3AA2-0AF49C75DAC0}"/>
          </ac:spMkLst>
        </pc:spChg>
        <pc:spChg chg="mod">
          <ac:chgData name="Jyoti Jaiswar" userId="3b22297196799962" providerId="LiveId" clId="{6F5F0EBA-01DA-4078-98E6-D5B1FE3D64EB}" dt="2026-04-18T12:40:03.907" v="1067" actId="255"/>
          <ac:spMkLst>
            <pc:docMk/>
            <pc:sldMk cId="2937624830" sldId="264"/>
            <ac:spMk id="3" creationId="{5B402760-932B-96C8-18F7-05F4A5EFA4F1}"/>
          </ac:spMkLst>
        </pc:spChg>
        <pc:spChg chg="add mod">
          <ac:chgData name="Jyoti Jaiswar" userId="3b22297196799962" providerId="LiveId" clId="{6F5F0EBA-01DA-4078-98E6-D5B1FE3D64EB}" dt="2026-04-19T18:24:18.433" v="2905" actId="20577"/>
          <ac:spMkLst>
            <pc:docMk/>
            <pc:sldMk cId="2937624830" sldId="264"/>
            <ac:spMk id="4" creationId="{F4A9B60C-54F7-C717-A8CF-CA66C7E1D25A}"/>
          </ac:spMkLst>
        </pc:spChg>
        <pc:spChg chg="add mod">
          <ac:chgData name="Jyoti Jaiswar" userId="3b22297196799962" providerId="LiveId" clId="{6F5F0EBA-01DA-4078-98E6-D5B1FE3D64EB}" dt="2026-04-18T12:27:55.030" v="982" actId="1076"/>
          <ac:spMkLst>
            <pc:docMk/>
            <pc:sldMk cId="2937624830" sldId="264"/>
            <ac:spMk id="5" creationId="{5EFA1652-3139-C9E1-98B1-0F93E1CF5B7D}"/>
          </ac:spMkLst>
        </pc:spChg>
        <pc:spChg chg="add mod">
          <ac:chgData name="Jyoti Jaiswar" userId="3b22297196799962" providerId="LiveId" clId="{6F5F0EBA-01DA-4078-98E6-D5B1FE3D64EB}" dt="2026-04-18T12:28:07.655" v="983" actId="1076"/>
          <ac:spMkLst>
            <pc:docMk/>
            <pc:sldMk cId="2937624830" sldId="264"/>
            <ac:spMk id="6" creationId="{C24E375B-4E0B-5CB4-FBE6-8374B14C558A}"/>
          </ac:spMkLst>
        </pc:spChg>
      </pc:sldChg>
      <pc:sldChg chg="addSp delSp modSp add del mod modAnim">
        <pc:chgData name="Jyoti Jaiswar" userId="3b22297196799962" providerId="LiveId" clId="{6F5F0EBA-01DA-4078-98E6-D5B1FE3D64EB}" dt="2026-04-19T17:30:45.615" v="2738"/>
        <pc:sldMkLst>
          <pc:docMk/>
          <pc:sldMk cId="146739713" sldId="265"/>
        </pc:sldMkLst>
        <pc:spChg chg="mod">
          <ac:chgData name="Jyoti Jaiswar" userId="3b22297196799962" providerId="LiveId" clId="{6F5F0EBA-01DA-4078-98E6-D5B1FE3D64EB}" dt="2026-04-18T12:42:39.409" v="1089" actId="14100"/>
          <ac:spMkLst>
            <pc:docMk/>
            <pc:sldMk cId="146739713" sldId="265"/>
            <ac:spMk id="2" creationId="{41DF07D2-55DE-1E7D-6752-1F17E25018BA}"/>
          </ac:spMkLst>
        </pc:spChg>
        <pc:spChg chg="mod">
          <ac:chgData name="Jyoti Jaiswar" userId="3b22297196799962" providerId="LiveId" clId="{6F5F0EBA-01DA-4078-98E6-D5B1FE3D64EB}" dt="2026-04-19T15:44:06.121" v="2595" actId="14100"/>
          <ac:spMkLst>
            <pc:docMk/>
            <pc:sldMk cId="146739713" sldId="265"/>
            <ac:spMk id="3" creationId="{71847387-1870-3D14-653F-F1866C96BCCF}"/>
          </ac:spMkLst>
        </pc:spChg>
        <pc:spChg chg="del">
          <ac:chgData name="Jyoti Jaiswar" userId="3b22297196799962" providerId="LiveId" clId="{6F5F0EBA-01DA-4078-98E6-D5B1FE3D64EB}" dt="2026-04-18T12:28:24.021" v="985" actId="478"/>
          <ac:spMkLst>
            <pc:docMk/>
            <pc:sldMk cId="146739713" sldId="265"/>
            <ac:spMk id="4" creationId="{4A64C49F-7408-AC4C-F3BB-B5C89DD73E57}"/>
          </ac:spMkLst>
        </pc:spChg>
        <pc:spChg chg="mod">
          <ac:chgData name="Jyoti Jaiswar" userId="3b22297196799962" providerId="LiveId" clId="{6F5F0EBA-01DA-4078-98E6-D5B1FE3D64EB}" dt="2026-04-18T15:08:18.033" v="1093" actId="20577"/>
          <ac:spMkLst>
            <pc:docMk/>
            <pc:sldMk cId="146739713" sldId="265"/>
            <ac:spMk id="5" creationId="{0F8EA065-BE39-EFF7-00EE-6E3AB72B6EF2}"/>
          </ac:spMkLst>
        </pc:spChg>
        <pc:spChg chg="mod">
          <ac:chgData name="Jyoti Jaiswar" userId="3b22297196799962" providerId="LiveId" clId="{6F5F0EBA-01DA-4078-98E6-D5B1FE3D64EB}" dt="2026-04-18T12:42:50.725" v="1091" actId="1076"/>
          <ac:spMkLst>
            <pc:docMk/>
            <pc:sldMk cId="146739713" sldId="265"/>
            <ac:spMk id="6" creationId="{EEF2B6A6-4D22-98D9-CDA1-C7D25F5A1D7B}"/>
          </ac:spMkLst>
        </pc:spChg>
        <pc:spChg chg="add">
          <ac:chgData name="Jyoti Jaiswar" userId="3b22297196799962" providerId="LiveId" clId="{6F5F0EBA-01DA-4078-98E6-D5B1FE3D64EB}" dt="2026-04-18T12:37:38.301" v="1040"/>
          <ac:spMkLst>
            <pc:docMk/>
            <pc:sldMk cId="146739713" sldId="265"/>
            <ac:spMk id="7" creationId="{5887F48E-27F1-7BA0-773F-F85B99D0ECF1}"/>
          </ac:spMkLst>
        </pc:spChg>
        <pc:spChg chg="add">
          <ac:chgData name="Jyoti Jaiswar" userId="3b22297196799962" providerId="LiveId" clId="{6F5F0EBA-01DA-4078-98E6-D5B1FE3D64EB}" dt="2026-04-18T12:37:38.301" v="1040"/>
          <ac:spMkLst>
            <pc:docMk/>
            <pc:sldMk cId="146739713" sldId="265"/>
            <ac:spMk id="8" creationId="{C560865B-9C42-9F83-7D4E-509981B751DE}"/>
          </ac:spMkLst>
        </pc:spChg>
        <pc:spChg chg="add">
          <ac:chgData name="Jyoti Jaiswar" userId="3b22297196799962" providerId="LiveId" clId="{6F5F0EBA-01DA-4078-98E6-D5B1FE3D64EB}" dt="2026-04-18T12:37:38.301" v="1040"/>
          <ac:spMkLst>
            <pc:docMk/>
            <pc:sldMk cId="146739713" sldId="265"/>
            <ac:spMk id="9" creationId="{A723119A-B42F-62F9-9A92-D2D57F940611}"/>
          </ac:spMkLst>
        </pc:spChg>
        <pc:spChg chg="add">
          <ac:chgData name="Jyoti Jaiswar" userId="3b22297196799962" providerId="LiveId" clId="{6F5F0EBA-01DA-4078-98E6-D5B1FE3D64EB}" dt="2026-04-18T12:37:38.301" v="1040"/>
          <ac:spMkLst>
            <pc:docMk/>
            <pc:sldMk cId="146739713" sldId="265"/>
            <ac:spMk id="10" creationId="{BD54239B-04C0-3884-EC1F-8CA4CB14AB1E}"/>
          </ac:spMkLst>
        </pc:spChg>
        <pc:spChg chg="add">
          <ac:chgData name="Jyoti Jaiswar" userId="3b22297196799962" providerId="LiveId" clId="{6F5F0EBA-01DA-4078-98E6-D5B1FE3D64EB}" dt="2026-04-18T12:37:38.301" v="1040"/>
          <ac:spMkLst>
            <pc:docMk/>
            <pc:sldMk cId="146739713" sldId="265"/>
            <ac:spMk id="11" creationId="{31E3FBD3-075D-7751-A4DF-1F6E6E4F5C20}"/>
          </ac:spMkLst>
        </pc:spChg>
        <pc:spChg chg="add">
          <ac:chgData name="Jyoti Jaiswar" userId="3b22297196799962" providerId="LiveId" clId="{6F5F0EBA-01DA-4078-98E6-D5B1FE3D64EB}" dt="2026-04-18T12:37:38.301" v="1040"/>
          <ac:spMkLst>
            <pc:docMk/>
            <pc:sldMk cId="146739713" sldId="265"/>
            <ac:spMk id="12" creationId="{5061FCE8-5393-6B70-2580-43F54563245F}"/>
          </ac:spMkLst>
        </pc:spChg>
        <pc:spChg chg="add">
          <ac:chgData name="Jyoti Jaiswar" userId="3b22297196799962" providerId="LiveId" clId="{6F5F0EBA-01DA-4078-98E6-D5B1FE3D64EB}" dt="2026-04-18T12:37:38.301" v="1040"/>
          <ac:spMkLst>
            <pc:docMk/>
            <pc:sldMk cId="146739713" sldId="265"/>
            <ac:spMk id="13" creationId="{683C8822-8671-9CDA-1179-320987DFA65A}"/>
          </ac:spMkLst>
        </pc:spChg>
      </pc:sldChg>
      <pc:sldChg chg="modSp add del mod modAnim">
        <pc:chgData name="Jyoti Jaiswar" userId="3b22297196799962" providerId="LiveId" clId="{6F5F0EBA-01DA-4078-98E6-D5B1FE3D64EB}" dt="2026-04-19T17:39:10.628" v="2767"/>
        <pc:sldMkLst>
          <pc:docMk/>
          <pc:sldMk cId="3515835421" sldId="266"/>
        </pc:sldMkLst>
        <pc:spChg chg="mod">
          <ac:chgData name="Jyoti Jaiswar" userId="3b22297196799962" providerId="LiveId" clId="{6F5F0EBA-01DA-4078-98E6-D5B1FE3D64EB}" dt="2026-04-18T15:11:12.617" v="1108" actId="14100"/>
          <ac:spMkLst>
            <pc:docMk/>
            <pc:sldMk cId="3515835421" sldId="266"/>
            <ac:spMk id="2" creationId="{81461883-9797-E709-23B4-A271D55C3F7F}"/>
          </ac:spMkLst>
        </pc:spChg>
        <pc:spChg chg="mod">
          <ac:chgData name="Jyoti Jaiswar" userId="3b22297196799962" providerId="LiveId" clId="{6F5F0EBA-01DA-4078-98E6-D5B1FE3D64EB}" dt="2026-04-18T15:14:26.489" v="1133" actId="20577"/>
          <ac:spMkLst>
            <pc:docMk/>
            <pc:sldMk cId="3515835421" sldId="266"/>
            <ac:spMk id="3" creationId="{D3E4EE2C-0AA7-A05B-F589-CA4AF6BD5EFC}"/>
          </ac:spMkLst>
        </pc:spChg>
        <pc:spChg chg="mod">
          <ac:chgData name="Jyoti Jaiswar" userId="3b22297196799962" providerId="LiveId" clId="{6F5F0EBA-01DA-4078-98E6-D5B1FE3D64EB}" dt="2026-04-18T15:08:31.096" v="1096" actId="20577"/>
          <ac:spMkLst>
            <pc:docMk/>
            <pc:sldMk cId="3515835421" sldId="266"/>
            <ac:spMk id="5" creationId="{7C18E356-ADF4-32DC-9CED-7FA88B9F1574}"/>
          </ac:spMkLst>
        </pc:spChg>
      </pc:sldChg>
      <pc:sldChg chg="addSp modSp add mod ord modAnim">
        <pc:chgData name="Jyoti Jaiswar" userId="3b22297196799962" providerId="LiveId" clId="{6F5F0EBA-01DA-4078-98E6-D5B1FE3D64EB}" dt="2026-04-19T17:41:46.161" v="2780"/>
        <pc:sldMkLst>
          <pc:docMk/>
          <pc:sldMk cId="478650329" sldId="267"/>
        </pc:sldMkLst>
        <pc:spChg chg="mod">
          <ac:chgData name="Jyoti Jaiswar" userId="3b22297196799962" providerId="LiveId" clId="{6F5F0EBA-01DA-4078-98E6-D5B1FE3D64EB}" dt="2026-04-18T18:44:48.543" v="2003" actId="20577"/>
          <ac:spMkLst>
            <pc:docMk/>
            <pc:sldMk cId="478650329" sldId="267"/>
            <ac:spMk id="2" creationId="{D4BF39F2-533F-2F82-1A91-311E1864AF2E}"/>
          </ac:spMkLst>
        </pc:spChg>
        <pc:spChg chg="mod">
          <ac:chgData name="Jyoti Jaiswar" userId="3b22297196799962" providerId="LiveId" clId="{6F5F0EBA-01DA-4078-98E6-D5B1FE3D64EB}" dt="2026-04-19T17:41:08.264" v="2776" actId="14100"/>
          <ac:spMkLst>
            <pc:docMk/>
            <pc:sldMk cId="478650329" sldId="267"/>
            <ac:spMk id="3" creationId="{A3E468B6-946F-2A72-0154-35EE320CE820}"/>
          </ac:spMkLst>
        </pc:spChg>
        <pc:spChg chg="add mod">
          <ac:chgData name="Jyoti Jaiswar" userId="3b22297196799962" providerId="LiveId" clId="{6F5F0EBA-01DA-4078-98E6-D5B1FE3D64EB}" dt="2026-04-19T17:41:13.535" v="2777" actId="14100"/>
          <ac:spMkLst>
            <pc:docMk/>
            <pc:sldMk cId="478650329" sldId="267"/>
            <ac:spMk id="4" creationId="{6C20FC9A-E026-0635-0051-32C0594AC8B4}"/>
          </ac:spMkLst>
        </pc:spChg>
        <pc:spChg chg="mod">
          <ac:chgData name="Jyoti Jaiswar" userId="3b22297196799962" providerId="LiveId" clId="{6F5F0EBA-01DA-4078-98E6-D5B1FE3D64EB}" dt="2026-04-18T15:15:34.781" v="1138" actId="20577"/>
          <ac:spMkLst>
            <pc:docMk/>
            <pc:sldMk cId="478650329" sldId="267"/>
            <ac:spMk id="5" creationId="{30727B2C-48AF-4399-D060-C2D9259927EC}"/>
          </ac:spMkLst>
        </pc:spChg>
      </pc:sldChg>
      <pc:sldChg chg="modSp add mod ord modAnim">
        <pc:chgData name="Jyoti Jaiswar" userId="3b22297196799962" providerId="LiveId" clId="{6F5F0EBA-01DA-4078-98E6-D5B1FE3D64EB}" dt="2026-04-19T17:43:42.051" v="2790"/>
        <pc:sldMkLst>
          <pc:docMk/>
          <pc:sldMk cId="3542252361" sldId="268"/>
        </pc:sldMkLst>
        <pc:spChg chg="mod">
          <ac:chgData name="Jyoti Jaiswar" userId="3b22297196799962" providerId="LiveId" clId="{6F5F0EBA-01DA-4078-98E6-D5B1FE3D64EB}" dt="2026-04-18T15:36:15.739" v="1340" actId="14100"/>
          <ac:spMkLst>
            <pc:docMk/>
            <pc:sldMk cId="3542252361" sldId="268"/>
            <ac:spMk id="2" creationId="{8EB3396C-2F1B-4F7F-CD4A-96140D2FF6CC}"/>
          </ac:spMkLst>
        </pc:spChg>
        <pc:spChg chg="mod">
          <ac:chgData name="Jyoti Jaiswar" userId="3b22297196799962" providerId="LiveId" clId="{6F5F0EBA-01DA-4078-98E6-D5B1FE3D64EB}" dt="2026-04-18T15:39:52.019" v="1379" actId="207"/>
          <ac:spMkLst>
            <pc:docMk/>
            <pc:sldMk cId="3542252361" sldId="268"/>
            <ac:spMk id="3" creationId="{2C584433-F44C-A049-3ABC-2CB3175DC7A3}"/>
          </ac:spMkLst>
        </pc:spChg>
        <pc:spChg chg="mod">
          <ac:chgData name="Jyoti Jaiswar" userId="3b22297196799962" providerId="LiveId" clId="{6F5F0EBA-01DA-4078-98E6-D5B1FE3D64EB}" dt="2026-04-18T15:35:07.350" v="1327" actId="20577"/>
          <ac:spMkLst>
            <pc:docMk/>
            <pc:sldMk cId="3542252361" sldId="268"/>
            <ac:spMk id="5" creationId="{393A4904-FFBF-DAFD-7223-BE3E6BF754F8}"/>
          </ac:spMkLst>
        </pc:spChg>
      </pc:sldChg>
      <pc:sldChg chg="modSp add mod modAnim">
        <pc:chgData name="Jyoti Jaiswar" userId="3b22297196799962" providerId="LiveId" clId="{6F5F0EBA-01DA-4078-98E6-D5B1FE3D64EB}" dt="2026-04-19T17:46:43.967" v="2800"/>
        <pc:sldMkLst>
          <pc:docMk/>
          <pc:sldMk cId="1881572329" sldId="269"/>
        </pc:sldMkLst>
        <pc:spChg chg="mod">
          <ac:chgData name="Jyoti Jaiswar" userId="3b22297196799962" providerId="LiveId" clId="{6F5F0EBA-01DA-4078-98E6-D5B1FE3D64EB}" dt="2026-04-18T15:43:54.650" v="1400" actId="14100"/>
          <ac:spMkLst>
            <pc:docMk/>
            <pc:sldMk cId="1881572329" sldId="269"/>
            <ac:spMk id="2" creationId="{AB3666E1-AE29-2501-7AF6-635B7709A2EE}"/>
          </ac:spMkLst>
        </pc:spChg>
        <pc:spChg chg="mod">
          <ac:chgData name="Jyoti Jaiswar" userId="3b22297196799962" providerId="LiveId" clId="{6F5F0EBA-01DA-4078-98E6-D5B1FE3D64EB}" dt="2026-04-18T15:47:23.472" v="1432" actId="207"/>
          <ac:spMkLst>
            <pc:docMk/>
            <pc:sldMk cId="1881572329" sldId="269"/>
            <ac:spMk id="3" creationId="{1B28787A-37EE-13ED-1424-F34430D8D889}"/>
          </ac:spMkLst>
        </pc:spChg>
        <pc:spChg chg="mod">
          <ac:chgData name="Jyoti Jaiswar" userId="3b22297196799962" providerId="LiveId" clId="{6F5F0EBA-01DA-4078-98E6-D5B1FE3D64EB}" dt="2026-04-18T15:42:25.890" v="1383" actId="20577"/>
          <ac:spMkLst>
            <pc:docMk/>
            <pc:sldMk cId="1881572329" sldId="269"/>
            <ac:spMk id="5" creationId="{4353D3E9-720A-6924-0B0F-BC52DCFB048E}"/>
          </ac:spMkLst>
        </pc:spChg>
      </pc:sldChg>
      <pc:sldChg chg="new del">
        <pc:chgData name="Jyoti Jaiswar" userId="3b22297196799962" providerId="LiveId" clId="{6F5F0EBA-01DA-4078-98E6-D5B1FE3D64EB}" dt="2026-04-18T15:47:49.431" v="1434" actId="680"/>
        <pc:sldMkLst>
          <pc:docMk/>
          <pc:sldMk cId="1531322416" sldId="270"/>
        </pc:sldMkLst>
      </pc:sldChg>
      <pc:sldChg chg="modSp add mod modAnim">
        <pc:chgData name="Jyoti Jaiswar" userId="3b22297196799962" providerId="LiveId" clId="{6F5F0EBA-01DA-4078-98E6-D5B1FE3D64EB}" dt="2026-04-19T17:48:58.766" v="2810"/>
        <pc:sldMkLst>
          <pc:docMk/>
          <pc:sldMk cId="3234807687" sldId="270"/>
        </pc:sldMkLst>
        <pc:spChg chg="mod">
          <ac:chgData name="Jyoti Jaiswar" userId="3b22297196799962" providerId="LiveId" clId="{6F5F0EBA-01DA-4078-98E6-D5B1FE3D64EB}" dt="2026-04-18T18:45:53.046" v="2004" actId="20577"/>
          <ac:spMkLst>
            <pc:docMk/>
            <pc:sldMk cId="3234807687" sldId="270"/>
            <ac:spMk id="2" creationId="{0359A99D-0D25-00A4-2AAB-A7EE6BA46102}"/>
          </ac:spMkLst>
        </pc:spChg>
        <pc:spChg chg="mod">
          <ac:chgData name="Jyoti Jaiswar" userId="3b22297196799962" providerId="LiveId" clId="{6F5F0EBA-01DA-4078-98E6-D5B1FE3D64EB}" dt="2026-04-18T15:53:59.092" v="1492" actId="207"/>
          <ac:spMkLst>
            <pc:docMk/>
            <pc:sldMk cId="3234807687" sldId="270"/>
            <ac:spMk id="3" creationId="{87E9A3BB-2474-4C4D-3F37-9E056DB2510E}"/>
          </ac:spMkLst>
        </pc:spChg>
        <pc:spChg chg="mod">
          <ac:chgData name="Jyoti Jaiswar" userId="3b22297196799962" providerId="LiveId" clId="{6F5F0EBA-01DA-4078-98E6-D5B1FE3D64EB}" dt="2026-04-18T15:48:08.552" v="1437" actId="20577"/>
          <ac:spMkLst>
            <pc:docMk/>
            <pc:sldMk cId="3234807687" sldId="270"/>
            <ac:spMk id="5" creationId="{4D1B11CA-91D8-853A-DC3D-74BFE2A0C35C}"/>
          </ac:spMkLst>
        </pc:spChg>
      </pc:sldChg>
      <pc:sldChg chg="modSp add mod modAnim">
        <pc:chgData name="Jyoti Jaiswar" userId="3b22297196799962" providerId="LiveId" clId="{6F5F0EBA-01DA-4078-98E6-D5B1FE3D64EB}" dt="2026-04-19T17:50:32.744" v="2820"/>
        <pc:sldMkLst>
          <pc:docMk/>
          <pc:sldMk cId="3024661949" sldId="271"/>
        </pc:sldMkLst>
        <pc:spChg chg="mod">
          <ac:chgData name="Jyoti Jaiswar" userId="3b22297196799962" providerId="LiveId" clId="{6F5F0EBA-01DA-4078-98E6-D5B1FE3D64EB}" dt="2026-04-18T15:56:41.107" v="1509" actId="113"/>
          <ac:spMkLst>
            <pc:docMk/>
            <pc:sldMk cId="3024661949" sldId="271"/>
            <ac:spMk id="2" creationId="{A81157B3-29BE-A9D9-1F80-B2E8AA919A8A}"/>
          </ac:spMkLst>
        </pc:spChg>
        <pc:spChg chg="mod">
          <ac:chgData name="Jyoti Jaiswar" userId="3b22297196799962" providerId="LiveId" clId="{6F5F0EBA-01DA-4078-98E6-D5B1FE3D64EB}" dt="2026-04-18T16:00:03.044" v="1551" actId="207"/>
          <ac:spMkLst>
            <pc:docMk/>
            <pc:sldMk cId="3024661949" sldId="271"/>
            <ac:spMk id="3" creationId="{D706B71A-FE31-4529-D7C3-5760510FF060}"/>
          </ac:spMkLst>
        </pc:spChg>
        <pc:spChg chg="mod">
          <ac:chgData name="Jyoti Jaiswar" userId="3b22297196799962" providerId="LiveId" clId="{6F5F0EBA-01DA-4078-98E6-D5B1FE3D64EB}" dt="2026-04-18T15:54:39.357" v="1495" actId="20577"/>
          <ac:spMkLst>
            <pc:docMk/>
            <pc:sldMk cId="3024661949" sldId="271"/>
            <ac:spMk id="5" creationId="{30E71A8A-EA7F-F1A6-9F3F-4C02E6E4370E}"/>
          </ac:spMkLst>
        </pc:spChg>
      </pc:sldChg>
      <pc:sldChg chg="addSp modSp add mod modAnim">
        <pc:chgData name="Jyoti Jaiswar" userId="3b22297196799962" providerId="LiveId" clId="{6F5F0EBA-01DA-4078-98E6-D5B1FE3D64EB}" dt="2026-04-19T17:51:50.693" v="2831"/>
        <pc:sldMkLst>
          <pc:docMk/>
          <pc:sldMk cId="1000629130" sldId="272"/>
        </pc:sldMkLst>
        <pc:spChg chg="mod">
          <ac:chgData name="Jyoti Jaiswar" userId="3b22297196799962" providerId="LiveId" clId="{6F5F0EBA-01DA-4078-98E6-D5B1FE3D64EB}" dt="2026-04-18T16:03:28.708" v="1582" actId="14100"/>
          <ac:spMkLst>
            <pc:docMk/>
            <pc:sldMk cId="1000629130" sldId="272"/>
            <ac:spMk id="2" creationId="{92D760F3-1D52-7A30-A3E9-5E11923C636F}"/>
          </ac:spMkLst>
        </pc:spChg>
        <pc:spChg chg="mod">
          <ac:chgData name="Jyoti Jaiswar" userId="3b22297196799962" providerId="LiveId" clId="{6F5F0EBA-01DA-4078-98E6-D5B1FE3D64EB}" dt="2026-04-18T16:11:01.618" v="1690" actId="20577"/>
          <ac:spMkLst>
            <pc:docMk/>
            <pc:sldMk cId="1000629130" sldId="272"/>
            <ac:spMk id="3" creationId="{4F2557FA-A92A-CB43-70A0-98BEA9988A2E}"/>
          </ac:spMkLst>
        </pc:spChg>
        <pc:spChg chg="add mod">
          <ac:chgData name="Jyoti Jaiswar" userId="3b22297196799962" providerId="LiveId" clId="{6F5F0EBA-01DA-4078-98E6-D5B1FE3D64EB}" dt="2026-04-18T16:10:39.696" v="1689" actId="207"/>
          <ac:spMkLst>
            <pc:docMk/>
            <pc:sldMk cId="1000629130" sldId="272"/>
            <ac:spMk id="4" creationId="{D0ADB88F-D628-A103-76D1-C0A5778E46DC}"/>
          </ac:spMkLst>
        </pc:spChg>
        <pc:spChg chg="mod">
          <ac:chgData name="Jyoti Jaiswar" userId="3b22297196799962" providerId="LiveId" clId="{6F5F0EBA-01DA-4078-98E6-D5B1FE3D64EB}" dt="2026-04-18T16:00:16.943" v="1554" actId="20577"/>
          <ac:spMkLst>
            <pc:docMk/>
            <pc:sldMk cId="1000629130" sldId="272"/>
            <ac:spMk id="5" creationId="{892BF13C-F1D6-32F4-DD9D-2128DC801F2F}"/>
          </ac:spMkLst>
        </pc:spChg>
        <pc:spChg chg="mod">
          <ac:chgData name="Jyoti Jaiswar" userId="3b22297196799962" providerId="LiveId" clId="{6F5F0EBA-01DA-4078-98E6-D5B1FE3D64EB}" dt="2026-04-18T16:11:08.446" v="1691" actId="1076"/>
          <ac:spMkLst>
            <pc:docMk/>
            <pc:sldMk cId="1000629130" sldId="272"/>
            <ac:spMk id="6" creationId="{D01185D3-348A-E8E4-1EC8-427662686DDC}"/>
          </ac:spMkLst>
        </pc:spChg>
      </pc:sldChg>
      <pc:sldChg chg="addSp delSp modSp add mod ord modAnim">
        <pc:chgData name="Jyoti Jaiswar" userId="3b22297196799962" providerId="LiveId" clId="{6F5F0EBA-01DA-4078-98E6-D5B1FE3D64EB}" dt="2026-04-19T17:53:30.355" v="2842"/>
        <pc:sldMkLst>
          <pc:docMk/>
          <pc:sldMk cId="3904582634" sldId="273"/>
        </pc:sldMkLst>
        <pc:spChg chg="mod">
          <ac:chgData name="Jyoti Jaiswar" userId="3b22297196799962" providerId="LiveId" clId="{6F5F0EBA-01DA-4078-98E6-D5B1FE3D64EB}" dt="2026-04-18T16:13:41.709" v="1719" actId="20577"/>
          <ac:spMkLst>
            <pc:docMk/>
            <pc:sldMk cId="3904582634" sldId="273"/>
            <ac:spMk id="2" creationId="{C8696072-5204-D590-C014-25FC992C6C4F}"/>
          </ac:spMkLst>
        </pc:spChg>
        <pc:spChg chg="mod">
          <ac:chgData name="Jyoti Jaiswar" userId="3b22297196799962" providerId="LiveId" clId="{6F5F0EBA-01DA-4078-98E6-D5B1FE3D64EB}" dt="2026-04-18T16:22:38.511" v="1831" actId="207"/>
          <ac:spMkLst>
            <pc:docMk/>
            <pc:sldMk cId="3904582634" sldId="273"/>
            <ac:spMk id="3" creationId="{884594B4-7C6E-AC54-7A8A-D2F199C9CD12}"/>
          </ac:spMkLst>
        </pc:spChg>
        <pc:spChg chg="mod">
          <ac:chgData name="Jyoti Jaiswar" userId="3b22297196799962" providerId="LiveId" clId="{6F5F0EBA-01DA-4078-98E6-D5B1FE3D64EB}" dt="2026-04-18T16:11:49.094" v="1698" actId="14100"/>
          <ac:spMkLst>
            <pc:docMk/>
            <pc:sldMk cId="3904582634" sldId="273"/>
            <ac:spMk id="5" creationId="{DC0D60C8-2797-01F7-B99C-16842872448C}"/>
          </ac:spMkLst>
        </pc:spChg>
        <pc:spChg chg="mod">
          <ac:chgData name="Jyoti Jaiswar" userId="3b22297196799962" providerId="LiveId" clId="{6F5F0EBA-01DA-4078-98E6-D5B1FE3D64EB}" dt="2026-04-18T16:11:58.979" v="1699" actId="14100"/>
          <ac:spMkLst>
            <pc:docMk/>
            <pc:sldMk cId="3904582634" sldId="273"/>
            <ac:spMk id="6" creationId="{7EC901AA-1C34-1531-481A-C09E9EA8B302}"/>
          </ac:spMkLst>
        </pc:spChg>
        <pc:spChg chg="add del mod">
          <ac:chgData name="Jyoti Jaiswar" userId="3b22297196799962" providerId="LiveId" clId="{6F5F0EBA-01DA-4078-98E6-D5B1FE3D64EB}" dt="2026-04-18T16:16:39.516" v="1738" actId="22"/>
          <ac:spMkLst>
            <pc:docMk/>
            <pc:sldMk cId="3904582634" sldId="273"/>
            <ac:spMk id="7" creationId="{2A4FEBA2-BA4C-B629-87CC-F6FFB429F796}"/>
          </ac:spMkLst>
        </pc:spChg>
        <pc:spChg chg="add mod">
          <ac:chgData name="Jyoti Jaiswar" userId="3b22297196799962" providerId="LiveId" clId="{6F5F0EBA-01DA-4078-98E6-D5B1FE3D64EB}" dt="2026-04-18T16:24:29.313" v="1845" actId="207"/>
          <ac:spMkLst>
            <pc:docMk/>
            <pc:sldMk cId="3904582634" sldId="273"/>
            <ac:spMk id="8" creationId="{B8442776-5268-82D6-A4D6-85CF5CB546D1}"/>
          </ac:spMkLst>
        </pc:spChg>
      </pc:sldChg>
      <pc:sldChg chg="addSp delSp modSp new del mod">
        <pc:chgData name="Jyoti Jaiswar" userId="3b22297196799962" providerId="LiveId" clId="{6F5F0EBA-01DA-4078-98E6-D5B1FE3D64EB}" dt="2026-04-18T18:02:32.526" v="1910" actId="2696"/>
        <pc:sldMkLst>
          <pc:docMk/>
          <pc:sldMk cId="1896438961" sldId="274"/>
        </pc:sldMkLst>
        <pc:spChg chg="add del mod">
          <ac:chgData name="Jyoti Jaiswar" userId="3b22297196799962" providerId="LiveId" clId="{6F5F0EBA-01DA-4078-98E6-D5B1FE3D64EB}" dt="2026-04-18T18:01:22.869" v="1901" actId="20577"/>
          <ac:spMkLst>
            <pc:docMk/>
            <pc:sldMk cId="1896438961" sldId="274"/>
            <ac:spMk id="2" creationId="{5E177637-976B-F826-58AE-D7C0841E8FB0}"/>
          </ac:spMkLst>
        </pc:spChg>
        <pc:spChg chg="add del mod">
          <ac:chgData name="Jyoti Jaiswar" userId="3b22297196799962" providerId="LiveId" clId="{6F5F0EBA-01DA-4078-98E6-D5B1FE3D64EB}" dt="2026-04-18T17:58:00.215" v="1850" actId="478"/>
          <ac:spMkLst>
            <pc:docMk/>
            <pc:sldMk cId="1896438961" sldId="274"/>
            <ac:spMk id="3" creationId="{E4A3BEA6-575A-6437-37D0-E4F034ABC995}"/>
          </ac:spMkLst>
        </pc:spChg>
        <pc:spChg chg="add mod">
          <ac:chgData name="Jyoti Jaiswar" userId="3b22297196799962" providerId="LiveId" clId="{6F5F0EBA-01DA-4078-98E6-D5B1FE3D64EB}" dt="2026-04-18T17:58:14.181" v="1854"/>
          <ac:spMkLst>
            <pc:docMk/>
            <pc:sldMk cId="1896438961" sldId="274"/>
            <ac:spMk id="4" creationId="{3A5923F7-F306-4823-9350-E27A008D9A57}"/>
          </ac:spMkLst>
        </pc:spChg>
        <pc:spChg chg="add mod">
          <ac:chgData name="Jyoti Jaiswar" userId="3b22297196799962" providerId="LiveId" clId="{6F5F0EBA-01DA-4078-98E6-D5B1FE3D64EB}" dt="2026-04-18T17:58:33.450" v="1860"/>
          <ac:spMkLst>
            <pc:docMk/>
            <pc:sldMk cId="1896438961" sldId="274"/>
            <ac:spMk id="5" creationId="{6209C8A3-9871-3F38-5B12-42576202F302}"/>
          </ac:spMkLst>
        </pc:spChg>
        <pc:spChg chg="add del mod">
          <ac:chgData name="Jyoti Jaiswar" userId="3b22297196799962" providerId="LiveId" clId="{6F5F0EBA-01DA-4078-98E6-D5B1FE3D64EB}" dt="2026-04-18T18:02:27.231" v="1909" actId="478"/>
          <ac:spMkLst>
            <pc:docMk/>
            <pc:sldMk cId="1896438961" sldId="274"/>
            <ac:spMk id="6" creationId="{AD825404-5E6E-50AC-AB81-E7B8472C7BB5}"/>
          </ac:spMkLst>
        </pc:spChg>
        <pc:spChg chg="add mod">
          <ac:chgData name="Jyoti Jaiswar" userId="3b22297196799962" providerId="LiveId" clId="{6F5F0EBA-01DA-4078-98E6-D5B1FE3D64EB}" dt="2026-04-18T18:00:28.428" v="1885"/>
          <ac:spMkLst>
            <pc:docMk/>
            <pc:sldMk cId="1896438961" sldId="274"/>
            <ac:spMk id="7" creationId="{E208A892-43F4-DF1A-60F7-D140E3FCF2F6}"/>
          </ac:spMkLst>
        </pc:spChg>
        <pc:spChg chg="add mod">
          <ac:chgData name="Jyoti Jaiswar" userId="3b22297196799962" providerId="LiveId" clId="{6F5F0EBA-01DA-4078-98E6-D5B1FE3D64EB}" dt="2026-04-18T18:00:32.866" v="1886"/>
          <ac:spMkLst>
            <pc:docMk/>
            <pc:sldMk cId="1896438961" sldId="274"/>
            <ac:spMk id="8" creationId="{17AD11AB-C5D3-6EC2-90E5-8DF1B9F03459}"/>
          </ac:spMkLst>
        </pc:spChg>
      </pc:sldChg>
      <pc:sldChg chg="addSp delSp modSp new mod modAnim">
        <pc:chgData name="Jyoti Jaiswar" userId="3b22297196799962" providerId="LiveId" clId="{6F5F0EBA-01DA-4078-98E6-D5B1FE3D64EB}" dt="2026-04-19T17:29:44.647" v="2736"/>
        <pc:sldMkLst>
          <pc:docMk/>
          <pc:sldMk cId="978214006" sldId="275"/>
        </pc:sldMkLst>
        <pc:spChg chg="add del mod">
          <ac:chgData name="Jyoti Jaiswar" userId="3b22297196799962" providerId="LiveId" clId="{6F5F0EBA-01DA-4078-98E6-D5B1FE3D64EB}" dt="2026-04-18T18:02:16.489" v="1908"/>
          <ac:spMkLst>
            <pc:docMk/>
            <pc:sldMk cId="978214006" sldId="275"/>
            <ac:spMk id="2" creationId="{C7CE1848-3728-223D-0AE4-10F36105560B}"/>
          </ac:spMkLst>
        </pc:spChg>
        <pc:spChg chg="add mod">
          <ac:chgData name="Jyoti Jaiswar" userId="3b22297196799962" providerId="LiveId" clId="{6F5F0EBA-01DA-4078-98E6-D5B1FE3D64EB}" dt="2026-04-18T18:20:23.037" v="1968" actId="1076"/>
          <ac:spMkLst>
            <pc:docMk/>
            <pc:sldMk cId="978214006" sldId="275"/>
            <ac:spMk id="3" creationId="{D5010758-6E71-B773-22D0-2696379F24FC}"/>
          </ac:spMkLst>
        </pc:spChg>
        <pc:spChg chg="add mod">
          <ac:chgData name="Jyoti Jaiswar" userId="3b22297196799962" providerId="LiveId" clId="{6F5F0EBA-01DA-4078-98E6-D5B1FE3D64EB}" dt="2026-04-18T18:40:24.133" v="1999" actId="1076"/>
          <ac:spMkLst>
            <pc:docMk/>
            <pc:sldMk cId="978214006" sldId="275"/>
            <ac:spMk id="4" creationId="{DF688695-16D2-5E06-BDD8-EEBB01EEBB69}"/>
          </ac:spMkLst>
        </pc:spChg>
        <pc:spChg chg="add del">
          <ac:chgData name="Jyoti Jaiswar" userId="3b22297196799962" providerId="LiveId" clId="{6F5F0EBA-01DA-4078-98E6-D5B1FE3D64EB}" dt="2026-04-18T18:11:58.158" v="1950" actId="11529"/>
          <ac:spMkLst>
            <pc:docMk/>
            <pc:sldMk cId="978214006" sldId="275"/>
            <ac:spMk id="7" creationId="{68F99DD4-5233-9D9B-BB91-C019530D2960}"/>
          </ac:spMkLst>
        </pc:spChg>
        <pc:spChg chg="add del">
          <ac:chgData name="Jyoti Jaiswar" userId="3b22297196799962" providerId="LiveId" clId="{6F5F0EBA-01DA-4078-98E6-D5B1FE3D64EB}" dt="2026-04-18T18:21:35.154" v="1971" actId="478"/>
          <ac:spMkLst>
            <pc:docMk/>
            <pc:sldMk cId="978214006" sldId="275"/>
            <ac:spMk id="10" creationId="{07348755-C4DE-B9E9-0AD3-EEF814E41AEB}"/>
          </ac:spMkLst>
        </pc:spChg>
        <pc:spChg chg="add del mod">
          <ac:chgData name="Jyoti Jaiswar" userId="3b22297196799962" providerId="LiveId" clId="{6F5F0EBA-01DA-4078-98E6-D5B1FE3D64EB}" dt="2026-04-18T18:30:46.993" v="1980"/>
          <ac:spMkLst>
            <pc:docMk/>
            <pc:sldMk cId="978214006" sldId="275"/>
            <ac:spMk id="14" creationId="{02EB3D72-2ACD-5536-4DBA-AEC3A60EB2C0}"/>
          </ac:spMkLst>
        </pc:spChg>
        <pc:spChg chg="add mod">
          <ac:chgData name="Jyoti Jaiswar" userId="3b22297196799962" providerId="LiveId" clId="{6F5F0EBA-01DA-4078-98E6-D5B1FE3D64EB}" dt="2026-04-19T17:26:06.651" v="2727" actId="1076"/>
          <ac:spMkLst>
            <pc:docMk/>
            <pc:sldMk cId="978214006" sldId="275"/>
            <ac:spMk id="15" creationId="{17E492F0-92C7-C7BA-E960-90E6B2DC5AD9}"/>
          </ac:spMkLst>
        </pc:spChg>
        <pc:spChg chg="add mod">
          <ac:chgData name="Jyoti Jaiswar" userId="3b22297196799962" providerId="LiveId" clId="{6F5F0EBA-01DA-4078-98E6-D5B1FE3D64EB}" dt="2026-04-18T18:39:56.714" v="1998" actId="1076"/>
          <ac:spMkLst>
            <pc:docMk/>
            <pc:sldMk cId="978214006" sldId="275"/>
            <ac:spMk id="16" creationId="{2A627034-A5CB-A76F-B0F3-713E0317C500}"/>
          </ac:spMkLst>
        </pc:spChg>
        <pc:picChg chg="add mod">
          <ac:chgData name="Jyoti Jaiswar" userId="3b22297196799962" providerId="LiveId" clId="{6F5F0EBA-01DA-4078-98E6-D5B1FE3D64EB}" dt="2026-04-18T18:12:42.138" v="1962" actId="14861"/>
          <ac:picMkLst>
            <pc:docMk/>
            <pc:sldMk cId="978214006" sldId="275"/>
            <ac:picMk id="6" creationId="{28218036-67C2-321F-2174-E94054CF8EB2}"/>
          </ac:picMkLst>
        </pc:picChg>
        <pc:picChg chg="add mod">
          <ac:chgData name="Jyoti Jaiswar" userId="3b22297196799962" providerId="LiveId" clId="{6F5F0EBA-01DA-4078-98E6-D5B1FE3D64EB}" dt="2026-04-18T18:19:36.646" v="1967" actId="1076"/>
          <ac:picMkLst>
            <pc:docMk/>
            <pc:sldMk cId="978214006" sldId="275"/>
            <ac:picMk id="9" creationId="{528C35EE-AE1F-0002-B039-533675F8127A}"/>
          </ac:picMkLst>
        </pc:picChg>
        <pc:cxnChg chg="add del mod">
          <ac:chgData name="Jyoti Jaiswar" userId="3b22297196799962" providerId="LiveId" clId="{6F5F0EBA-01DA-4078-98E6-D5B1FE3D64EB}" dt="2026-04-18T18:22:28.035" v="1975" actId="478"/>
          <ac:cxnSpMkLst>
            <pc:docMk/>
            <pc:sldMk cId="978214006" sldId="275"/>
            <ac:cxnSpMk id="12" creationId="{0796FB2B-A456-575E-62F6-289AB67CE83E}"/>
          </ac:cxnSpMkLst>
        </pc:cxnChg>
      </pc:sldChg>
      <pc:sldChg chg="addSp delSp modSp add mod ord modAnim">
        <pc:chgData name="Jyoti Jaiswar" userId="3b22297196799962" providerId="LiveId" clId="{6F5F0EBA-01DA-4078-98E6-D5B1FE3D64EB}" dt="2026-04-19T17:35:50.391" v="2760"/>
        <pc:sldMkLst>
          <pc:docMk/>
          <pc:sldMk cId="13028870" sldId="276"/>
        </pc:sldMkLst>
        <pc:spChg chg="mod">
          <ac:chgData name="Jyoti Jaiswar" userId="3b22297196799962" providerId="LiveId" clId="{6F5F0EBA-01DA-4078-98E6-D5B1FE3D64EB}" dt="2026-04-18T19:06:52.077" v="2052" actId="1076"/>
          <ac:spMkLst>
            <pc:docMk/>
            <pc:sldMk cId="13028870" sldId="276"/>
            <ac:spMk id="4" creationId="{F592197B-8B93-1B7C-21EA-9D84B57A7913}"/>
          </ac:spMkLst>
        </pc:spChg>
        <pc:spChg chg="add mod">
          <ac:chgData name="Jyoti Jaiswar" userId="3b22297196799962" providerId="LiveId" clId="{6F5F0EBA-01DA-4078-98E6-D5B1FE3D64EB}" dt="2026-04-18T18:53:24.257" v="2026" actId="1076"/>
          <ac:spMkLst>
            <pc:docMk/>
            <pc:sldMk cId="13028870" sldId="276"/>
            <ac:spMk id="10" creationId="{88BD10BA-E9F2-3EDD-A19B-F3A417D23F53}"/>
          </ac:spMkLst>
        </pc:spChg>
        <pc:spChg chg="add mod">
          <ac:chgData name="Jyoti Jaiswar" userId="3b22297196799962" providerId="LiveId" clId="{6F5F0EBA-01DA-4078-98E6-D5B1FE3D64EB}" dt="2026-04-18T18:57:59.479" v="2050" actId="1076"/>
          <ac:spMkLst>
            <pc:docMk/>
            <pc:sldMk cId="13028870" sldId="276"/>
            <ac:spMk id="11" creationId="{0DCBCDF0-55C9-0D08-3027-BAD836B8C4A0}"/>
          </ac:spMkLst>
        </pc:spChg>
        <pc:spChg chg="add mod">
          <ac:chgData name="Jyoti Jaiswar" userId="3b22297196799962" providerId="LiveId" clId="{6F5F0EBA-01DA-4078-98E6-D5B1FE3D64EB}" dt="2026-04-19T17:33:02.316" v="2745" actId="1076"/>
          <ac:spMkLst>
            <pc:docMk/>
            <pc:sldMk cId="13028870" sldId="276"/>
            <ac:spMk id="12" creationId="{BF9AF684-5852-A9A1-14B0-A138BD95C881}"/>
          </ac:spMkLst>
        </pc:spChg>
        <pc:spChg chg="add">
          <ac:chgData name="Jyoti Jaiswar" userId="3b22297196799962" providerId="LiveId" clId="{6F5F0EBA-01DA-4078-98E6-D5B1FE3D64EB}" dt="2026-04-18T19:07:35.210" v="2057"/>
          <ac:spMkLst>
            <pc:docMk/>
            <pc:sldMk cId="13028870" sldId="276"/>
            <ac:spMk id="13" creationId="{2815B7D8-F170-10A1-3CAF-E61A11D6B903}"/>
          </ac:spMkLst>
        </pc:spChg>
        <pc:spChg chg="add mod">
          <ac:chgData name="Jyoti Jaiswar" userId="3b22297196799962" providerId="LiveId" clId="{6F5F0EBA-01DA-4078-98E6-D5B1FE3D64EB}" dt="2026-04-18T19:11:19.586" v="2076" actId="113"/>
          <ac:spMkLst>
            <pc:docMk/>
            <pc:sldMk cId="13028870" sldId="276"/>
            <ac:spMk id="14" creationId="{44D59D86-FA89-12FA-2F9D-7673E6A8C573}"/>
          </ac:spMkLst>
        </pc:spChg>
        <pc:spChg chg="del mod">
          <ac:chgData name="Jyoti Jaiswar" userId="3b22297196799962" providerId="LiveId" clId="{6F5F0EBA-01DA-4078-98E6-D5B1FE3D64EB}" dt="2026-04-18T19:07:51.724" v="2059"/>
          <ac:spMkLst>
            <pc:docMk/>
            <pc:sldMk cId="13028870" sldId="276"/>
            <ac:spMk id="15" creationId="{081B1048-7FFB-57C1-004C-295E1E9759EE}"/>
          </ac:spMkLst>
        </pc:spChg>
        <pc:spChg chg="mod">
          <ac:chgData name="Jyoti Jaiswar" userId="3b22297196799962" providerId="LiveId" clId="{6F5F0EBA-01DA-4078-98E6-D5B1FE3D64EB}" dt="2026-04-18T18:56:11.207" v="2042" actId="1076"/>
          <ac:spMkLst>
            <pc:docMk/>
            <pc:sldMk cId="13028870" sldId="276"/>
            <ac:spMk id="16" creationId="{A96936B5-9099-9616-282B-E7E86B47CD9F}"/>
          </ac:spMkLst>
        </pc:spChg>
        <pc:picChg chg="add mod">
          <ac:chgData name="Jyoti Jaiswar" userId="3b22297196799962" providerId="LiveId" clId="{6F5F0EBA-01DA-4078-98E6-D5B1FE3D64EB}" dt="2026-04-18T18:50:22.954" v="2017" actId="1076"/>
          <ac:picMkLst>
            <pc:docMk/>
            <pc:sldMk cId="13028870" sldId="276"/>
            <ac:picMk id="5" creationId="{FAD4BC13-A238-AEAD-F9B4-4CEB99C29313}"/>
          </ac:picMkLst>
        </pc:picChg>
        <pc:picChg chg="del">
          <ac:chgData name="Jyoti Jaiswar" userId="3b22297196799962" providerId="LiveId" clId="{6F5F0EBA-01DA-4078-98E6-D5B1FE3D64EB}" dt="2026-04-18T18:49:16.939" v="2008" actId="478"/>
          <ac:picMkLst>
            <pc:docMk/>
            <pc:sldMk cId="13028870" sldId="276"/>
            <ac:picMk id="6" creationId="{553A7DF9-C40D-9F6E-1B2F-CBEFC1E06117}"/>
          </ac:picMkLst>
        </pc:picChg>
        <pc:picChg chg="add mod">
          <ac:chgData name="Jyoti Jaiswar" userId="3b22297196799962" providerId="LiveId" clId="{6F5F0EBA-01DA-4078-98E6-D5B1FE3D64EB}" dt="2026-04-18T18:53:08.545" v="2025" actId="1076"/>
          <ac:picMkLst>
            <pc:docMk/>
            <pc:sldMk cId="13028870" sldId="276"/>
            <ac:picMk id="8" creationId="{EE009847-6FE2-AE7A-6A73-4A4A0D15D1DF}"/>
          </ac:picMkLst>
        </pc:picChg>
        <pc:picChg chg="del mod">
          <ac:chgData name="Jyoti Jaiswar" userId="3b22297196799962" providerId="LiveId" clId="{6F5F0EBA-01DA-4078-98E6-D5B1FE3D64EB}" dt="2026-04-18T18:50:12.456" v="2015" actId="478"/>
          <ac:picMkLst>
            <pc:docMk/>
            <pc:sldMk cId="13028870" sldId="276"/>
            <ac:picMk id="9" creationId="{53EF563F-6105-62B4-2AA5-CF06300D017A}"/>
          </ac:picMkLst>
        </pc:picChg>
      </pc:sldChg>
      <pc:sldChg chg="addSp delSp modSp add mod ord modAnim">
        <pc:chgData name="Jyoti Jaiswar" userId="3b22297196799962" providerId="LiveId" clId="{6F5F0EBA-01DA-4078-98E6-D5B1FE3D64EB}" dt="2026-04-19T17:39:52.629" v="2772"/>
        <pc:sldMkLst>
          <pc:docMk/>
          <pc:sldMk cId="1037485038" sldId="277"/>
        </pc:sldMkLst>
        <pc:spChg chg="del">
          <ac:chgData name="Jyoti Jaiswar" userId="3b22297196799962" providerId="LiveId" clId="{6F5F0EBA-01DA-4078-98E6-D5B1FE3D64EB}" dt="2026-04-18T19:16:24.705" v="2093" actId="478"/>
          <ac:spMkLst>
            <pc:docMk/>
            <pc:sldMk cId="1037485038" sldId="277"/>
            <ac:spMk id="10" creationId="{0F397E74-132C-7F2F-BCB8-527665707BF2}"/>
          </ac:spMkLst>
        </pc:spChg>
        <pc:spChg chg="del mod">
          <ac:chgData name="Jyoti Jaiswar" userId="3b22297196799962" providerId="LiveId" clId="{6F5F0EBA-01DA-4078-98E6-D5B1FE3D64EB}" dt="2026-04-18T19:16:21.902" v="2092" actId="478"/>
          <ac:spMkLst>
            <pc:docMk/>
            <pc:sldMk cId="1037485038" sldId="277"/>
            <ac:spMk id="11" creationId="{968E8673-DE61-B72E-689D-CA2FE1431E17}"/>
          </ac:spMkLst>
        </pc:spChg>
        <pc:spChg chg="del">
          <ac:chgData name="Jyoti Jaiswar" userId="3b22297196799962" providerId="LiveId" clId="{6F5F0EBA-01DA-4078-98E6-D5B1FE3D64EB}" dt="2026-04-18T19:16:20.388" v="2091" actId="478"/>
          <ac:spMkLst>
            <pc:docMk/>
            <pc:sldMk cId="1037485038" sldId="277"/>
            <ac:spMk id="12" creationId="{14F3192E-33ED-9DB5-1E85-CA4A36277E4E}"/>
          </ac:spMkLst>
        </pc:spChg>
        <pc:spChg chg="mod">
          <ac:chgData name="Jyoti Jaiswar" userId="3b22297196799962" providerId="LiveId" clId="{6F5F0EBA-01DA-4078-98E6-D5B1FE3D64EB}" dt="2026-04-18T19:42:38.862" v="2140" actId="113"/>
          <ac:spMkLst>
            <pc:docMk/>
            <pc:sldMk cId="1037485038" sldId="277"/>
            <ac:spMk id="14" creationId="{A61460F3-7BD6-054D-A4A2-432D4FD2631F}"/>
          </ac:spMkLst>
        </pc:spChg>
        <pc:spChg chg="mod">
          <ac:chgData name="Jyoti Jaiswar" userId="3b22297196799962" providerId="LiveId" clId="{6F5F0EBA-01DA-4078-98E6-D5B1FE3D64EB}" dt="2026-04-18T19:20:53.954" v="2098" actId="1076"/>
          <ac:spMkLst>
            <pc:docMk/>
            <pc:sldMk cId="1037485038" sldId="277"/>
            <ac:spMk id="16" creationId="{05548631-790E-7974-9C43-36DD706707D8}"/>
          </ac:spMkLst>
        </pc:spChg>
        <pc:picChg chg="del">
          <ac:chgData name="Jyoti Jaiswar" userId="3b22297196799962" providerId="LiveId" clId="{6F5F0EBA-01DA-4078-98E6-D5B1FE3D64EB}" dt="2026-04-18T19:17:05.578" v="2094" actId="478"/>
          <ac:picMkLst>
            <pc:docMk/>
            <pc:sldMk cId="1037485038" sldId="277"/>
            <ac:picMk id="5" creationId="{054B6344-270D-08DB-B30F-D521D7621814}"/>
          </ac:picMkLst>
        </pc:picChg>
        <pc:picChg chg="add del mod">
          <ac:chgData name="Jyoti Jaiswar" userId="3b22297196799962" providerId="LiveId" clId="{6F5F0EBA-01DA-4078-98E6-D5B1FE3D64EB}" dt="2026-04-18T19:21:36.356" v="2101" actId="478"/>
          <ac:picMkLst>
            <pc:docMk/>
            <pc:sldMk cId="1037485038" sldId="277"/>
            <ac:picMk id="6" creationId="{1C4E93C7-E1D4-4E65-D4E4-55597138F866}"/>
          </ac:picMkLst>
        </pc:picChg>
        <pc:picChg chg="del">
          <ac:chgData name="Jyoti Jaiswar" userId="3b22297196799962" providerId="LiveId" clId="{6F5F0EBA-01DA-4078-98E6-D5B1FE3D64EB}" dt="2026-04-18T19:17:08.416" v="2095" actId="478"/>
          <ac:picMkLst>
            <pc:docMk/>
            <pc:sldMk cId="1037485038" sldId="277"/>
            <ac:picMk id="8" creationId="{4C0FAB5A-4D60-CAE9-410B-19E1E8CEE0D1}"/>
          </ac:picMkLst>
        </pc:picChg>
        <pc:picChg chg="add mod">
          <ac:chgData name="Jyoti Jaiswar" userId="3b22297196799962" providerId="LiveId" clId="{6F5F0EBA-01DA-4078-98E6-D5B1FE3D64EB}" dt="2026-04-18T19:21:44.576" v="2105" actId="1076"/>
          <ac:picMkLst>
            <pc:docMk/>
            <pc:sldMk cId="1037485038" sldId="277"/>
            <ac:picMk id="9" creationId="{60BBACDB-B882-6F90-51EF-4A60F2B93739}"/>
          </ac:picMkLst>
        </pc:picChg>
        <pc:picChg chg="add mod">
          <ac:chgData name="Jyoti Jaiswar" userId="3b22297196799962" providerId="LiveId" clId="{6F5F0EBA-01DA-4078-98E6-D5B1FE3D64EB}" dt="2026-04-18T19:23:38.485" v="2110" actId="1076"/>
          <ac:picMkLst>
            <pc:docMk/>
            <pc:sldMk cId="1037485038" sldId="277"/>
            <ac:picMk id="15" creationId="{8DF21662-2223-C35E-4089-76AF0213790D}"/>
          </ac:picMkLst>
        </pc:picChg>
      </pc:sldChg>
      <pc:sldChg chg="new del">
        <pc:chgData name="Jyoti Jaiswar" userId="3b22297196799962" providerId="LiveId" clId="{6F5F0EBA-01DA-4078-98E6-D5B1FE3D64EB}" dt="2026-04-18T19:15:54.268" v="2082" actId="2696"/>
        <pc:sldMkLst>
          <pc:docMk/>
          <pc:sldMk cId="1814857591" sldId="277"/>
        </pc:sldMkLst>
      </pc:sldChg>
      <pc:sldChg chg="new del">
        <pc:chgData name="Jyoti Jaiswar" userId="3b22297196799962" providerId="LiveId" clId="{6F5F0EBA-01DA-4078-98E6-D5B1FE3D64EB}" dt="2026-04-18T19:11:40.102" v="2078" actId="680"/>
        <pc:sldMkLst>
          <pc:docMk/>
          <pc:sldMk cId="3595618186" sldId="277"/>
        </pc:sldMkLst>
      </pc:sldChg>
      <pc:sldChg chg="addSp delSp modSp add mod ord modAnim">
        <pc:chgData name="Jyoti Jaiswar" userId="3b22297196799962" providerId="LiveId" clId="{6F5F0EBA-01DA-4078-98E6-D5B1FE3D64EB}" dt="2026-04-19T17:42:32.435" v="2785"/>
        <pc:sldMkLst>
          <pc:docMk/>
          <pc:sldMk cId="2973456193" sldId="278"/>
        </pc:sldMkLst>
        <pc:spChg chg="mod">
          <ac:chgData name="Jyoti Jaiswar" userId="3b22297196799962" providerId="LiveId" clId="{6F5F0EBA-01DA-4078-98E6-D5B1FE3D64EB}" dt="2026-04-18T20:04:41.624" v="2185" actId="12"/>
          <ac:spMkLst>
            <pc:docMk/>
            <pc:sldMk cId="2973456193" sldId="278"/>
            <ac:spMk id="14" creationId="{3F2E7BF6-A991-ED06-1986-77F6370E77FA}"/>
          </ac:spMkLst>
        </pc:spChg>
        <pc:spChg chg="mod">
          <ac:chgData name="Jyoti Jaiswar" userId="3b22297196799962" providerId="LiveId" clId="{6F5F0EBA-01DA-4078-98E6-D5B1FE3D64EB}" dt="2026-04-18T19:51:18.137" v="2158" actId="1076"/>
          <ac:spMkLst>
            <pc:docMk/>
            <pc:sldMk cId="2973456193" sldId="278"/>
            <ac:spMk id="16" creationId="{F9A64093-019D-60BC-BF00-28CD6BF6C91E}"/>
          </ac:spMkLst>
        </pc:spChg>
        <pc:picChg chg="add mod">
          <ac:chgData name="Jyoti Jaiswar" userId="3b22297196799962" providerId="LiveId" clId="{6F5F0EBA-01DA-4078-98E6-D5B1FE3D64EB}" dt="2026-04-18T19:51:14.435" v="2157" actId="14100"/>
          <ac:picMkLst>
            <pc:docMk/>
            <pc:sldMk cId="2973456193" sldId="278"/>
            <ac:picMk id="5" creationId="{C53D169D-EFD9-E436-8D3C-3D8E48975091}"/>
          </ac:picMkLst>
        </pc:picChg>
        <pc:picChg chg="add mod">
          <ac:chgData name="Jyoti Jaiswar" userId="3b22297196799962" providerId="LiveId" clId="{6F5F0EBA-01DA-4078-98E6-D5B1FE3D64EB}" dt="2026-04-18T19:51:33.289" v="2162" actId="1076"/>
          <ac:picMkLst>
            <pc:docMk/>
            <pc:sldMk cId="2973456193" sldId="278"/>
            <ac:picMk id="7" creationId="{97ED4E98-4FC7-9A50-EDEC-49886E027D05}"/>
          </ac:picMkLst>
        </pc:picChg>
        <pc:picChg chg="del">
          <ac:chgData name="Jyoti Jaiswar" userId="3b22297196799962" providerId="LiveId" clId="{6F5F0EBA-01DA-4078-98E6-D5B1FE3D64EB}" dt="2026-04-18T19:43:41.544" v="2144" actId="478"/>
          <ac:picMkLst>
            <pc:docMk/>
            <pc:sldMk cId="2973456193" sldId="278"/>
            <ac:picMk id="9" creationId="{F7D45075-47AB-38F4-6AC1-0615E092C13C}"/>
          </ac:picMkLst>
        </pc:picChg>
        <pc:picChg chg="del">
          <ac:chgData name="Jyoti Jaiswar" userId="3b22297196799962" providerId="LiveId" clId="{6F5F0EBA-01DA-4078-98E6-D5B1FE3D64EB}" dt="2026-04-18T19:43:42.567" v="2145" actId="478"/>
          <ac:picMkLst>
            <pc:docMk/>
            <pc:sldMk cId="2973456193" sldId="278"/>
            <ac:picMk id="15" creationId="{0ACB048A-EEA7-D91C-F39F-1627E80AB606}"/>
          </ac:picMkLst>
        </pc:picChg>
      </pc:sldChg>
      <pc:sldChg chg="addSp delSp modSp add mod ord modAnim">
        <pc:chgData name="Jyoti Jaiswar" userId="3b22297196799962" providerId="LiveId" clId="{6F5F0EBA-01DA-4078-98E6-D5B1FE3D64EB}" dt="2026-04-19T17:46:02.176" v="2795"/>
        <pc:sldMkLst>
          <pc:docMk/>
          <pc:sldMk cId="3045713102" sldId="279"/>
        </pc:sldMkLst>
        <pc:spChg chg="add mod">
          <ac:chgData name="Jyoti Jaiswar" userId="3b22297196799962" providerId="LiveId" clId="{6F5F0EBA-01DA-4078-98E6-D5B1FE3D64EB}" dt="2026-04-18T20:18:49.286" v="2206" actId="1076"/>
          <ac:spMkLst>
            <pc:docMk/>
            <pc:sldMk cId="3045713102" sldId="279"/>
            <ac:spMk id="8" creationId="{1B3E2EFD-3DF7-7C3F-42B0-5833DAE20EAC}"/>
          </ac:spMkLst>
        </pc:spChg>
        <pc:spChg chg="add del mod">
          <ac:chgData name="Jyoti Jaiswar" userId="3b22297196799962" providerId="LiveId" clId="{6F5F0EBA-01DA-4078-98E6-D5B1FE3D64EB}" dt="2026-04-18T21:03:20.445" v="2226" actId="11529"/>
          <ac:spMkLst>
            <pc:docMk/>
            <pc:sldMk cId="3045713102" sldId="279"/>
            <ac:spMk id="13" creationId="{C86C1294-94B8-A97C-32C3-6CBAFBDA531B}"/>
          </ac:spMkLst>
        </pc:spChg>
        <pc:spChg chg="mod">
          <ac:chgData name="Jyoti Jaiswar" userId="3b22297196799962" providerId="LiveId" clId="{6F5F0EBA-01DA-4078-98E6-D5B1FE3D64EB}" dt="2026-04-18T21:31:10.733" v="2310" actId="20577"/>
          <ac:spMkLst>
            <pc:docMk/>
            <pc:sldMk cId="3045713102" sldId="279"/>
            <ac:spMk id="14" creationId="{E0F2911B-384A-0F38-A546-3730F285D9AF}"/>
          </ac:spMkLst>
        </pc:spChg>
        <pc:spChg chg="add mod">
          <ac:chgData name="Jyoti Jaiswar" userId="3b22297196799962" providerId="LiveId" clId="{6F5F0EBA-01DA-4078-98E6-D5B1FE3D64EB}" dt="2026-04-18T21:26:36.467" v="2293" actId="14100"/>
          <ac:spMkLst>
            <pc:docMk/>
            <pc:sldMk cId="3045713102" sldId="279"/>
            <ac:spMk id="15" creationId="{8D347556-C76B-3A42-300E-FD1DB1889EE7}"/>
          </ac:spMkLst>
        </pc:spChg>
        <pc:spChg chg="mod">
          <ac:chgData name="Jyoti Jaiswar" userId="3b22297196799962" providerId="LiveId" clId="{6F5F0EBA-01DA-4078-98E6-D5B1FE3D64EB}" dt="2026-04-18T21:01:24.771" v="2219" actId="688"/>
          <ac:spMkLst>
            <pc:docMk/>
            <pc:sldMk cId="3045713102" sldId="279"/>
            <ac:spMk id="16" creationId="{96C828EE-1C62-B030-57F6-4C39ED9327D8}"/>
          </ac:spMkLst>
        </pc:spChg>
        <pc:spChg chg="add del mod">
          <ac:chgData name="Jyoti Jaiswar" userId="3b22297196799962" providerId="LiveId" clId="{6F5F0EBA-01DA-4078-98E6-D5B1FE3D64EB}" dt="2026-04-18T21:27:02.558" v="2295" actId="478"/>
          <ac:spMkLst>
            <pc:docMk/>
            <pc:sldMk cId="3045713102" sldId="279"/>
            <ac:spMk id="17" creationId="{2F47E388-C605-38F4-D1E2-ABD18AE35AAD}"/>
          </ac:spMkLst>
        </pc:spChg>
        <pc:spChg chg="add del mod">
          <ac:chgData name="Jyoti Jaiswar" userId="3b22297196799962" providerId="LiveId" clId="{6F5F0EBA-01DA-4078-98E6-D5B1FE3D64EB}" dt="2026-04-18T21:20:24.043" v="2281"/>
          <ac:spMkLst>
            <pc:docMk/>
            <pc:sldMk cId="3045713102" sldId="279"/>
            <ac:spMk id="18" creationId="{6875A721-1E63-BB5E-7472-32221EF44F8A}"/>
          </ac:spMkLst>
        </pc:spChg>
        <pc:spChg chg="add del mod">
          <ac:chgData name="Jyoti Jaiswar" userId="3b22297196799962" providerId="LiveId" clId="{6F5F0EBA-01DA-4078-98E6-D5B1FE3D64EB}" dt="2026-04-18T21:27:50.541" v="2309" actId="20577"/>
          <ac:spMkLst>
            <pc:docMk/>
            <pc:sldMk cId="3045713102" sldId="279"/>
            <ac:spMk id="19" creationId="{F95F73E1-A0CE-2930-0B34-7DFDB96BE43A}"/>
          </ac:spMkLst>
        </pc:spChg>
        <pc:picChg chg="del">
          <ac:chgData name="Jyoti Jaiswar" userId="3b22297196799962" providerId="LiveId" clId="{6F5F0EBA-01DA-4078-98E6-D5B1FE3D64EB}" dt="2026-04-18T20:05:31.204" v="2189" actId="478"/>
          <ac:picMkLst>
            <pc:docMk/>
            <pc:sldMk cId="3045713102" sldId="279"/>
            <ac:picMk id="5" creationId="{598FE442-44F4-B35E-6341-D3B6EA1E98DF}"/>
          </ac:picMkLst>
        </pc:picChg>
        <pc:picChg chg="add mod">
          <ac:chgData name="Jyoti Jaiswar" userId="3b22297196799962" providerId="LiveId" clId="{6F5F0EBA-01DA-4078-98E6-D5B1FE3D64EB}" dt="2026-04-18T20:18:38.625" v="2204" actId="1076"/>
          <ac:picMkLst>
            <pc:docMk/>
            <pc:sldMk cId="3045713102" sldId="279"/>
            <ac:picMk id="6" creationId="{15748C69-19CA-CF80-0229-9ED7562B9BF8}"/>
          </ac:picMkLst>
        </pc:picChg>
        <pc:picChg chg="del">
          <ac:chgData name="Jyoti Jaiswar" userId="3b22297196799962" providerId="LiveId" clId="{6F5F0EBA-01DA-4078-98E6-D5B1FE3D64EB}" dt="2026-04-18T20:05:32.007" v="2190" actId="478"/>
          <ac:picMkLst>
            <pc:docMk/>
            <pc:sldMk cId="3045713102" sldId="279"/>
            <ac:picMk id="7" creationId="{FDEC1D6A-9C7E-680D-9280-9978003EFD25}"/>
          </ac:picMkLst>
        </pc:picChg>
        <pc:picChg chg="add mod">
          <ac:chgData name="Jyoti Jaiswar" userId="3b22297196799962" providerId="LiveId" clId="{6F5F0EBA-01DA-4078-98E6-D5B1FE3D64EB}" dt="2026-04-18T21:12:21.203" v="2263" actId="14100"/>
          <ac:picMkLst>
            <pc:docMk/>
            <pc:sldMk cId="3045713102" sldId="279"/>
            <ac:picMk id="10" creationId="{01C8F2B2-D826-D0AF-5D6A-D7B5311452F3}"/>
          </ac:picMkLst>
        </pc:picChg>
        <pc:picChg chg="add mod">
          <ac:chgData name="Jyoti Jaiswar" userId="3b22297196799962" providerId="LiveId" clId="{6F5F0EBA-01DA-4078-98E6-D5B1FE3D64EB}" dt="2026-04-18T21:25:37.987" v="2291" actId="1076"/>
          <ac:picMkLst>
            <pc:docMk/>
            <pc:sldMk cId="3045713102" sldId="279"/>
            <ac:picMk id="12" creationId="{102129CF-D16F-F526-97A0-DB1D73FEEEE1}"/>
          </ac:picMkLst>
        </pc:picChg>
      </pc:sldChg>
      <pc:sldChg chg="addSp delSp modSp add mod ord modAnim">
        <pc:chgData name="Jyoti Jaiswar" userId="3b22297196799962" providerId="LiveId" clId="{6F5F0EBA-01DA-4078-98E6-D5B1FE3D64EB}" dt="2026-04-19T17:47:30.414" v="2805"/>
        <pc:sldMkLst>
          <pc:docMk/>
          <pc:sldMk cId="3547371672" sldId="280"/>
        </pc:sldMkLst>
        <pc:spChg chg="mod">
          <ac:chgData name="Jyoti Jaiswar" userId="3b22297196799962" providerId="LiveId" clId="{6F5F0EBA-01DA-4078-98E6-D5B1FE3D64EB}" dt="2026-04-19T10:27:27.985" v="2338" actId="14100"/>
          <ac:spMkLst>
            <pc:docMk/>
            <pc:sldMk cId="3547371672" sldId="280"/>
            <ac:spMk id="14" creationId="{CF191483-0790-21C5-8958-C6554A00659A}"/>
          </ac:spMkLst>
        </pc:spChg>
        <pc:spChg chg="mod">
          <ac:chgData name="Jyoti Jaiswar" userId="3b22297196799962" providerId="LiveId" clId="{6F5F0EBA-01DA-4078-98E6-D5B1FE3D64EB}" dt="2026-04-19T10:14:54.521" v="2324" actId="1076"/>
          <ac:spMkLst>
            <pc:docMk/>
            <pc:sldMk cId="3547371672" sldId="280"/>
            <ac:spMk id="16" creationId="{74E4EA09-972C-2B7B-3F03-C2D291049B64}"/>
          </ac:spMkLst>
        </pc:spChg>
        <pc:picChg chg="del">
          <ac:chgData name="Jyoti Jaiswar" userId="3b22297196799962" providerId="LiveId" clId="{6F5F0EBA-01DA-4078-98E6-D5B1FE3D64EB}" dt="2026-04-19T10:08:11.074" v="2315" actId="478"/>
          <ac:picMkLst>
            <pc:docMk/>
            <pc:sldMk cId="3547371672" sldId="280"/>
            <ac:picMk id="5" creationId="{DFE0631C-FCC7-81C8-0523-8BFF80128ED8}"/>
          </ac:picMkLst>
        </pc:picChg>
        <pc:picChg chg="add mod">
          <ac:chgData name="Jyoti Jaiswar" userId="3b22297196799962" providerId="LiveId" clId="{6F5F0EBA-01DA-4078-98E6-D5B1FE3D64EB}" dt="2026-04-19T10:14:50.980" v="2323" actId="14100"/>
          <ac:picMkLst>
            <pc:docMk/>
            <pc:sldMk cId="3547371672" sldId="280"/>
            <ac:picMk id="6" creationId="{526FF205-F7BB-9181-C3F8-B2C7B486BC83}"/>
          </ac:picMkLst>
        </pc:picChg>
        <pc:picChg chg="del">
          <ac:chgData name="Jyoti Jaiswar" userId="3b22297196799962" providerId="LiveId" clId="{6F5F0EBA-01DA-4078-98E6-D5B1FE3D64EB}" dt="2026-04-19T10:08:09.682" v="2314" actId="478"/>
          <ac:picMkLst>
            <pc:docMk/>
            <pc:sldMk cId="3547371672" sldId="280"/>
            <ac:picMk id="7" creationId="{5053951D-C51D-0848-AFEF-ADC96ACF7EAD}"/>
          </ac:picMkLst>
        </pc:picChg>
        <pc:picChg chg="add mod">
          <ac:chgData name="Jyoti Jaiswar" userId="3b22297196799962" providerId="LiveId" clId="{6F5F0EBA-01DA-4078-98E6-D5B1FE3D64EB}" dt="2026-04-19T10:14:43.422" v="2322" actId="1076"/>
          <ac:picMkLst>
            <pc:docMk/>
            <pc:sldMk cId="3547371672" sldId="280"/>
            <ac:picMk id="9" creationId="{DCB5D066-DF05-04EA-4C18-0102D358444A}"/>
          </ac:picMkLst>
        </pc:picChg>
      </pc:sldChg>
      <pc:sldChg chg="addSp delSp modSp add mod ord modAnim">
        <pc:chgData name="Jyoti Jaiswar" userId="3b22297196799962" providerId="LiveId" clId="{6F5F0EBA-01DA-4078-98E6-D5B1FE3D64EB}" dt="2026-04-19T17:50:01.755" v="2815"/>
        <pc:sldMkLst>
          <pc:docMk/>
          <pc:sldMk cId="1554987650" sldId="281"/>
        </pc:sldMkLst>
        <pc:spChg chg="mod">
          <ac:chgData name="Jyoti Jaiswar" userId="3b22297196799962" providerId="LiveId" clId="{6F5F0EBA-01DA-4078-98E6-D5B1FE3D64EB}" dt="2026-04-19T10:48:48.022" v="2370" actId="1076"/>
          <ac:spMkLst>
            <pc:docMk/>
            <pc:sldMk cId="1554987650" sldId="281"/>
            <ac:spMk id="4" creationId="{FD89AD53-52EB-675F-3307-438E4978A1F6}"/>
          </ac:spMkLst>
        </pc:spChg>
        <pc:spChg chg="mod">
          <ac:chgData name="Jyoti Jaiswar" userId="3b22297196799962" providerId="LiveId" clId="{6F5F0EBA-01DA-4078-98E6-D5B1FE3D64EB}" dt="2026-04-19T11:30:29.621" v="2380" actId="12"/>
          <ac:spMkLst>
            <pc:docMk/>
            <pc:sldMk cId="1554987650" sldId="281"/>
            <ac:spMk id="14" creationId="{6A7D6786-242A-EF09-494C-BAC537E8D53E}"/>
          </ac:spMkLst>
        </pc:spChg>
        <pc:spChg chg="mod">
          <ac:chgData name="Jyoti Jaiswar" userId="3b22297196799962" providerId="LiveId" clId="{6F5F0EBA-01DA-4078-98E6-D5B1FE3D64EB}" dt="2026-04-19T10:49:17.754" v="2374" actId="1076"/>
          <ac:spMkLst>
            <pc:docMk/>
            <pc:sldMk cId="1554987650" sldId="281"/>
            <ac:spMk id="16" creationId="{B34E21AB-3453-FCE2-0F84-21CAC676FB64}"/>
          </ac:spMkLst>
        </pc:spChg>
        <pc:picChg chg="add del mod">
          <ac:chgData name="Jyoti Jaiswar" userId="3b22297196799962" providerId="LiveId" clId="{6F5F0EBA-01DA-4078-98E6-D5B1FE3D64EB}" dt="2026-04-19T10:44:08.981" v="2353" actId="478"/>
          <ac:picMkLst>
            <pc:docMk/>
            <pc:sldMk cId="1554987650" sldId="281"/>
            <ac:picMk id="5" creationId="{20058882-CCEB-4CCA-D5E8-0EEC71D565EB}"/>
          </ac:picMkLst>
        </pc:picChg>
        <pc:picChg chg="del">
          <ac:chgData name="Jyoti Jaiswar" userId="3b22297196799962" providerId="LiveId" clId="{6F5F0EBA-01DA-4078-98E6-D5B1FE3D64EB}" dt="2026-04-19T10:27:54.243" v="2342" actId="478"/>
          <ac:picMkLst>
            <pc:docMk/>
            <pc:sldMk cId="1554987650" sldId="281"/>
            <ac:picMk id="6" creationId="{8EA57DB4-02E0-6C7A-62CE-449BD127997F}"/>
          </ac:picMkLst>
        </pc:picChg>
        <pc:picChg chg="add mod">
          <ac:chgData name="Jyoti Jaiswar" userId="3b22297196799962" providerId="LiveId" clId="{6F5F0EBA-01DA-4078-98E6-D5B1FE3D64EB}" dt="2026-04-19T10:49:13.193" v="2373" actId="1076"/>
          <ac:picMkLst>
            <pc:docMk/>
            <pc:sldMk cId="1554987650" sldId="281"/>
            <ac:picMk id="8" creationId="{47665F2D-1946-AEA7-299D-3861FC5C9542}"/>
          </ac:picMkLst>
        </pc:picChg>
        <pc:picChg chg="del">
          <ac:chgData name="Jyoti Jaiswar" userId="3b22297196799962" providerId="LiveId" clId="{6F5F0EBA-01DA-4078-98E6-D5B1FE3D64EB}" dt="2026-04-19T10:27:55.596" v="2343" actId="478"/>
          <ac:picMkLst>
            <pc:docMk/>
            <pc:sldMk cId="1554987650" sldId="281"/>
            <ac:picMk id="9" creationId="{0EE36769-70FE-BEB4-F938-DABEB4369F71}"/>
          </ac:picMkLst>
        </pc:picChg>
        <pc:picChg chg="add mod">
          <ac:chgData name="Jyoti Jaiswar" userId="3b22297196799962" providerId="LiveId" clId="{6F5F0EBA-01DA-4078-98E6-D5B1FE3D64EB}" dt="2026-04-19T10:48:56.844" v="2371" actId="14100"/>
          <ac:picMkLst>
            <pc:docMk/>
            <pc:sldMk cId="1554987650" sldId="281"/>
            <ac:picMk id="11" creationId="{34BC9420-FF33-D8E4-7994-2085B51186F3}"/>
          </ac:picMkLst>
        </pc:picChg>
      </pc:sldChg>
      <pc:sldChg chg="addSp delSp modSp add mod ord modAnim">
        <pc:chgData name="Jyoti Jaiswar" userId="3b22297196799962" providerId="LiveId" clId="{6F5F0EBA-01DA-4078-98E6-D5B1FE3D64EB}" dt="2026-04-19T17:51:08.895" v="2825"/>
        <pc:sldMkLst>
          <pc:docMk/>
          <pc:sldMk cId="3221569018" sldId="282"/>
        </pc:sldMkLst>
        <pc:spChg chg="mod">
          <ac:chgData name="Jyoti Jaiswar" userId="3b22297196799962" providerId="LiveId" clId="{6F5F0EBA-01DA-4078-98E6-D5B1FE3D64EB}" dt="2026-04-19T11:55:36.417" v="2413" actId="1076"/>
          <ac:spMkLst>
            <pc:docMk/>
            <pc:sldMk cId="3221569018" sldId="282"/>
            <ac:spMk id="4" creationId="{898A3D85-C35B-0D21-8F79-78E7430675DA}"/>
          </ac:spMkLst>
        </pc:spChg>
        <pc:spChg chg="mod">
          <ac:chgData name="Jyoti Jaiswar" userId="3b22297196799962" providerId="LiveId" clId="{6F5F0EBA-01DA-4078-98E6-D5B1FE3D64EB}" dt="2026-04-19T11:57:15.574" v="2424" actId="12"/>
          <ac:spMkLst>
            <pc:docMk/>
            <pc:sldMk cId="3221569018" sldId="282"/>
            <ac:spMk id="14" creationId="{F7D1D0B9-23DD-B09A-AF2F-737608E03183}"/>
          </ac:spMkLst>
        </pc:spChg>
        <pc:spChg chg="mod">
          <ac:chgData name="Jyoti Jaiswar" userId="3b22297196799962" providerId="LiveId" clId="{6F5F0EBA-01DA-4078-98E6-D5B1FE3D64EB}" dt="2026-04-19T11:38:34.832" v="2400" actId="1076"/>
          <ac:spMkLst>
            <pc:docMk/>
            <pc:sldMk cId="3221569018" sldId="282"/>
            <ac:spMk id="16" creationId="{29CDF4F9-DDC2-FC9D-33FC-A50D7B2CB917}"/>
          </ac:spMkLst>
        </pc:spChg>
        <pc:picChg chg="add mod">
          <ac:chgData name="Jyoti Jaiswar" userId="3b22297196799962" providerId="LiveId" clId="{6F5F0EBA-01DA-4078-98E6-D5B1FE3D64EB}" dt="2026-04-19T11:35:30.891" v="2393" actId="14100"/>
          <ac:picMkLst>
            <pc:docMk/>
            <pc:sldMk cId="3221569018" sldId="282"/>
            <ac:picMk id="5" creationId="{2603A72A-3255-35DA-772D-5FA455F2AF69}"/>
          </ac:picMkLst>
        </pc:picChg>
        <pc:picChg chg="del">
          <ac:chgData name="Jyoti Jaiswar" userId="3b22297196799962" providerId="LiveId" clId="{6F5F0EBA-01DA-4078-98E6-D5B1FE3D64EB}" dt="2026-04-19T11:30:52.786" v="2384" actId="478"/>
          <ac:picMkLst>
            <pc:docMk/>
            <pc:sldMk cId="3221569018" sldId="282"/>
            <ac:picMk id="6" creationId="{451E48CD-F16E-FA1A-5A05-0C811F49B796}"/>
          </ac:picMkLst>
        </pc:picChg>
        <pc:picChg chg="add mod">
          <ac:chgData name="Jyoti Jaiswar" userId="3b22297196799962" providerId="LiveId" clId="{6F5F0EBA-01DA-4078-98E6-D5B1FE3D64EB}" dt="2026-04-19T11:38:23.302" v="2399" actId="1076"/>
          <ac:picMkLst>
            <pc:docMk/>
            <pc:sldMk cId="3221569018" sldId="282"/>
            <ac:picMk id="8" creationId="{FE704DC4-A305-D8F7-2E09-60E3B3949838}"/>
          </ac:picMkLst>
        </pc:picChg>
        <pc:picChg chg="del">
          <ac:chgData name="Jyoti Jaiswar" userId="3b22297196799962" providerId="LiveId" clId="{6F5F0EBA-01DA-4078-98E6-D5B1FE3D64EB}" dt="2026-04-19T11:30:53.660" v="2385" actId="478"/>
          <ac:picMkLst>
            <pc:docMk/>
            <pc:sldMk cId="3221569018" sldId="282"/>
            <ac:picMk id="9" creationId="{FA230428-0D8F-2662-511A-0FAF0C416E9C}"/>
          </ac:picMkLst>
        </pc:picChg>
      </pc:sldChg>
      <pc:sldChg chg="addSp delSp modSp add mod ord modAnim">
        <pc:chgData name="Jyoti Jaiswar" userId="3b22297196799962" providerId="LiveId" clId="{6F5F0EBA-01DA-4078-98E6-D5B1FE3D64EB}" dt="2026-04-19T17:52:53.344" v="2836"/>
        <pc:sldMkLst>
          <pc:docMk/>
          <pc:sldMk cId="1003256396" sldId="283"/>
        </pc:sldMkLst>
        <pc:spChg chg="mod">
          <ac:chgData name="Jyoti Jaiswar" userId="3b22297196799962" providerId="LiveId" clId="{6F5F0EBA-01DA-4078-98E6-D5B1FE3D64EB}" dt="2026-04-19T12:07:23.623" v="2448" actId="1076"/>
          <ac:spMkLst>
            <pc:docMk/>
            <pc:sldMk cId="1003256396" sldId="283"/>
            <ac:spMk id="4" creationId="{7C4A298D-DF1D-AEE3-89F0-9B592F2D7D99}"/>
          </ac:spMkLst>
        </pc:spChg>
        <pc:spChg chg="add">
          <ac:chgData name="Jyoti Jaiswar" userId="3b22297196799962" providerId="LiveId" clId="{6F5F0EBA-01DA-4078-98E6-D5B1FE3D64EB}" dt="2026-04-19T12:15:12.622" v="2449"/>
          <ac:spMkLst>
            <pc:docMk/>
            <pc:sldMk cId="1003256396" sldId="283"/>
            <ac:spMk id="10" creationId="{EE32B72C-59D5-44C1-4707-BE11C7B21B7F}"/>
          </ac:spMkLst>
        </pc:spChg>
        <pc:spChg chg="add mod">
          <ac:chgData name="Jyoti Jaiswar" userId="3b22297196799962" providerId="LiveId" clId="{6F5F0EBA-01DA-4078-98E6-D5B1FE3D64EB}" dt="2026-04-19T12:17:14.128" v="2462" actId="14100"/>
          <ac:spMkLst>
            <pc:docMk/>
            <pc:sldMk cId="1003256396" sldId="283"/>
            <ac:spMk id="11" creationId="{E81B5B83-341E-6F1C-B9AF-C9BE5452E4D6}"/>
          </ac:spMkLst>
        </pc:spChg>
        <pc:spChg chg="del mod">
          <ac:chgData name="Jyoti Jaiswar" userId="3b22297196799962" providerId="LiveId" clId="{6F5F0EBA-01DA-4078-98E6-D5B1FE3D64EB}" dt="2026-04-19T12:04:47.309" v="2447"/>
          <ac:spMkLst>
            <pc:docMk/>
            <pc:sldMk cId="1003256396" sldId="283"/>
            <ac:spMk id="14" creationId="{3811CF6E-4A88-EF80-12F1-B28A0F1A93EC}"/>
          </ac:spMkLst>
        </pc:spChg>
        <pc:spChg chg="mod">
          <ac:chgData name="Jyoti Jaiswar" userId="3b22297196799962" providerId="LiveId" clId="{6F5F0EBA-01DA-4078-98E6-D5B1FE3D64EB}" dt="2026-04-19T12:04:37.691" v="2443" actId="1076"/>
          <ac:spMkLst>
            <pc:docMk/>
            <pc:sldMk cId="1003256396" sldId="283"/>
            <ac:spMk id="16" creationId="{1DFED7EB-F15E-8E64-8620-CB42D1E89BCE}"/>
          </ac:spMkLst>
        </pc:spChg>
        <pc:picChg chg="add mod">
          <ac:chgData name="Jyoti Jaiswar" userId="3b22297196799962" providerId="LiveId" clId="{6F5F0EBA-01DA-4078-98E6-D5B1FE3D64EB}" dt="2026-04-19T12:03:40.962" v="2437" actId="1076"/>
          <ac:picMkLst>
            <pc:docMk/>
            <pc:sldMk cId="1003256396" sldId="283"/>
            <ac:picMk id="5" creationId="{B067D252-B00D-81EF-462E-09F21B6CB15B}"/>
          </ac:picMkLst>
        </pc:picChg>
        <pc:picChg chg="del">
          <ac:chgData name="Jyoti Jaiswar" userId="3b22297196799962" providerId="LiveId" clId="{6F5F0EBA-01DA-4078-98E6-D5B1FE3D64EB}" dt="2026-04-19T11:58:14.950" v="2430" actId="478"/>
          <ac:picMkLst>
            <pc:docMk/>
            <pc:sldMk cId="1003256396" sldId="283"/>
            <ac:picMk id="6" creationId="{D61FE441-1A85-E87B-4139-B347DBAA49AF}"/>
          </ac:picMkLst>
        </pc:picChg>
        <pc:picChg chg="add mod">
          <ac:chgData name="Jyoti Jaiswar" userId="3b22297196799962" providerId="LiveId" clId="{6F5F0EBA-01DA-4078-98E6-D5B1FE3D64EB}" dt="2026-04-19T12:04:32.752" v="2442" actId="1076"/>
          <ac:picMkLst>
            <pc:docMk/>
            <pc:sldMk cId="1003256396" sldId="283"/>
            <ac:picMk id="8" creationId="{C1E7ED86-0ABD-817F-6C14-DF0EBBCE6531}"/>
          </ac:picMkLst>
        </pc:picChg>
        <pc:picChg chg="del">
          <ac:chgData name="Jyoti Jaiswar" userId="3b22297196799962" providerId="LiveId" clId="{6F5F0EBA-01DA-4078-98E6-D5B1FE3D64EB}" dt="2026-04-19T11:58:15.792" v="2431" actId="478"/>
          <ac:picMkLst>
            <pc:docMk/>
            <pc:sldMk cId="1003256396" sldId="283"/>
            <ac:picMk id="9" creationId="{5C976D9D-1BE0-9330-D8E5-413F04B0029C}"/>
          </ac:picMkLst>
        </pc:picChg>
      </pc:sldChg>
      <pc:sldChg chg="addSp delSp modSp add mod ord modAnim">
        <pc:chgData name="Jyoti Jaiswar" userId="3b22297196799962" providerId="LiveId" clId="{6F5F0EBA-01DA-4078-98E6-D5B1FE3D64EB}" dt="2026-04-19T17:54:13.364" v="2847"/>
        <pc:sldMkLst>
          <pc:docMk/>
          <pc:sldMk cId="3040888773" sldId="284"/>
        </pc:sldMkLst>
        <pc:spChg chg="mod">
          <ac:chgData name="Jyoti Jaiswar" userId="3b22297196799962" providerId="LiveId" clId="{6F5F0EBA-01DA-4078-98E6-D5B1FE3D64EB}" dt="2026-04-19T12:38:26.188" v="2510" actId="1076"/>
          <ac:spMkLst>
            <pc:docMk/>
            <pc:sldMk cId="3040888773" sldId="284"/>
            <ac:spMk id="4" creationId="{617C2B35-A040-842A-EB7C-FFEA6377B835}"/>
          </ac:spMkLst>
        </pc:spChg>
        <pc:spChg chg="mod">
          <ac:chgData name="Jyoti Jaiswar" userId="3b22297196799962" providerId="LiveId" clId="{6F5F0EBA-01DA-4078-98E6-D5B1FE3D64EB}" dt="2026-04-19T12:40:24.039" v="2524" actId="14100"/>
          <ac:spMkLst>
            <pc:docMk/>
            <pc:sldMk cId="3040888773" sldId="284"/>
            <ac:spMk id="11" creationId="{9066A037-E9AA-EDDE-0F8B-C50D2195E65A}"/>
          </ac:spMkLst>
        </pc:spChg>
        <pc:spChg chg="mod">
          <ac:chgData name="Jyoti Jaiswar" userId="3b22297196799962" providerId="LiveId" clId="{6F5F0EBA-01DA-4078-98E6-D5B1FE3D64EB}" dt="2026-04-19T12:29:24.566" v="2507" actId="1076"/>
          <ac:spMkLst>
            <pc:docMk/>
            <pc:sldMk cId="3040888773" sldId="284"/>
            <ac:spMk id="16" creationId="{AC48978D-FB40-9262-4E64-707FF8C372BB}"/>
          </ac:spMkLst>
        </pc:spChg>
        <pc:picChg chg="del">
          <ac:chgData name="Jyoti Jaiswar" userId="3b22297196799962" providerId="LiveId" clId="{6F5F0EBA-01DA-4078-98E6-D5B1FE3D64EB}" dt="2026-04-19T12:17:37.151" v="2466" actId="478"/>
          <ac:picMkLst>
            <pc:docMk/>
            <pc:sldMk cId="3040888773" sldId="284"/>
            <ac:picMk id="5" creationId="{AEA3FD45-1C5A-AAAB-F8E4-85FE8D591A1F}"/>
          </ac:picMkLst>
        </pc:picChg>
        <pc:picChg chg="add mod">
          <ac:chgData name="Jyoti Jaiswar" userId="3b22297196799962" providerId="LiveId" clId="{6F5F0EBA-01DA-4078-98E6-D5B1FE3D64EB}" dt="2026-04-19T12:29:16.840" v="2506" actId="1076"/>
          <ac:picMkLst>
            <pc:docMk/>
            <pc:sldMk cId="3040888773" sldId="284"/>
            <ac:picMk id="6" creationId="{A184F578-AA9B-8C09-CFEA-821C974E331C}"/>
          </ac:picMkLst>
        </pc:picChg>
        <pc:picChg chg="del">
          <ac:chgData name="Jyoti Jaiswar" userId="3b22297196799962" providerId="LiveId" clId="{6F5F0EBA-01DA-4078-98E6-D5B1FE3D64EB}" dt="2026-04-19T12:17:38.245" v="2467" actId="478"/>
          <ac:picMkLst>
            <pc:docMk/>
            <pc:sldMk cId="3040888773" sldId="284"/>
            <ac:picMk id="8" creationId="{C2D4E40E-AF53-1A0D-FAE4-450D3FC36FD6}"/>
          </ac:picMkLst>
        </pc:picChg>
        <pc:picChg chg="add mod">
          <ac:chgData name="Jyoti Jaiswar" userId="3b22297196799962" providerId="LiveId" clId="{6F5F0EBA-01DA-4078-98E6-D5B1FE3D64EB}" dt="2026-04-19T12:29:05.717" v="2504" actId="14100"/>
          <ac:picMkLst>
            <pc:docMk/>
            <pc:sldMk cId="3040888773" sldId="284"/>
            <ac:picMk id="9" creationId="{0D2CE7BE-6568-7824-E938-7DB7D876DD2E}"/>
          </ac:picMkLst>
        </pc:picChg>
        <pc:picChg chg="add mod">
          <ac:chgData name="Jyoti Jaiswar" userId="3b22297196799962" providerId="LiveId" clId="{6F5F0EBA-01DA-4078-98E6-D5B1FE3D64EB}" dt="2026-04-19T12:28:04.340" v="2497" actId="1076"/>
          <ac:picMkLst>
            <pc:docMk/>
            <pc:sldMk cId="3040888773" sldId="284"/>
            <ac:picMk id="12" creationId="{DDE258CC-5E38-B642-0E7B-3E0FBA49CB46}"/>
          </ac:picMkLst>
        </pc:picChg>
        <pc:picChg chg="add mod">
          <ac:chgData name="Jyoti Jaiswar" userId="3b22297196799962" providerId="LiveId" clId="{6F5F0EBA-01DA-4078-98E6-D5B1FE3D64EB}" dt="2026-04-19T12:28:49.641" v="2502" actId="1076"/>
          <ac:picMkLst>
            <pc:docMk/>
            <pc:sldMk cId="3040888773" sldId="284"/>
            <ac:picMk id="14" creationId="{7D08542C-8DF3-6AEA-603E-00D6541214D8}"/>
          </ac:picMkLst>
        </pc:picChg>
      </pc:sldChg>
      <pc:sldChg chg="addSp modSp new mod modAnim">
        <pc:chgData name="Jyoti Jaiswar" userId="3b22297196799962" providerId="LiveId" clId="{6F5F0EBA-01DA-4078-98E6-D5B1FE3D64EB}" dt="2026-04-19T17:56:47.290" v="2856"/>
        <pc:sldMkLst>
          <pc:docMk/>
          <pc:sldMk cId="533756006" sldId="285"/>
        </pc:sldMkLst>
        <pc:spChg chg="add mod">
          <ac:chgData name="Jyoti Jaiswar" userId="3b22297196799962" providerId="LiveId" clId="{6F5F0EBA-01DA-4078-98E6-D5B1FE3D64EB}" dt="2026-04-19T12:52:46.521" v="2564" actId="207"/>
          <ac:spMkLst>
            <pc:docMk/>
            <pc:sldMk cId="533756006" sldId="285"/>
            <ac:spMk id="2" creationId="{6DABD7AF-1457-D38D-6BBA-8F748AAE1A54}"/>
          </ac:spMkLst>
        </pc:spChg>
      </pc:sldChg>
      <pc:sldChg chg="modSp new mod modAnim">
        <pc:chgData name="Jyoti Jaiswar" userId="3b22297196799962" providerId="LiveId" clId="{6F5F0EBA-01DA-4078-98E6-D5B1FE3D64EB}" dt="2026-04-19T17:56:20.469" v="2855"/>
        <pc:sldMkLst>
          <pc:docMk/>
          <pc:sldMk cId="2599258867" sldId="286"/>
        </pc:sldMkLst>
        <pc:spChg chg="mod">
          <ac:chgData name="Jyoti Jaiswar" userId="3b22297196799962" providerId="LiveId" clId="{6F5F0EBA-01DA-4078-98E6-D5B1FE3D64EB}" dt="2026-04-19T12:56:11.461" v="2585" actId="14100"/>
          <ac:spMkLst>
            <pc:docMk/>
            <pc:sldMk cId="2599258867" sldId="286"/>
            <ac:spMk id="2" creationId="{320E1CCD-A277-8403-E459-96A6931F033B}"/>
          </ac:spMkLst>
        </pc:spChg>
        <pc:spChg chg="mod">
          <ac:chgData name="Jyoti Jaiswar" userId="3b22297196799962" providerId="LiveId" clId="{6F5F0EBA-01DA-4078-98E6-D5B1FE3D64EB}" dt="2026-04-19T12:57:02.727" v="2591" actId="12"/>
          <ac:spMkLst>
            <pc:docMk/>
            <pc:sldMk cId="2599258867" sldId="286"/>
            <ac:spMk id="3" creationId="{31415F99-BFAF-4282-94FA-C93F3F4A45C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716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075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78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604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053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91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811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985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269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218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1827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396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2327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240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240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280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E3CAA-0FE5-4B7B-86FA-CA3F77F0C2B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B4EB32C-583C-4827-885B-4A25AF8C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66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A9B9D2-85B9-EAAD-453F-05193BB38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1850684"/>
            <a:ext cx="8911687" cy="1280890"/>
          </a:xfrm>
        </p:spPr>
        <p:txBody>
          <a:bodyPr/>
          <a:lstStyle/>
          <a:p>
            <a:r>
              <a:rPr lang="en-IN" dirty="0"/>
              <a:t>          </a:t>
            </a:r>
            <a:r>
              <a: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ATLIQ HARDWARE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C5FE5C-D8B8-B4C4-3BDD-7458451C5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486" y="2576053"/>
            <a:ext cx="8915400" cy="2507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 Goods Ad-Hoc Insights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</a:rPr>
              <a:t> </a:t>
            </a:r>
            <a:r>
              <a:rPr lang="en-IN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 </a:t>
            </a: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Ajay Jaiswar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00B4E7-A68B-6AF5-B75A-32A4BC87D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688" y="1311542"/>
            <a:ext cx="1094198" cy="10782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FCB7FF-DD8D-F003-A165-CBDDA743F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448" b="78581" l="6738" r="89844">
                        <a14:foregroundMark x1="17871" y1="21484" x2="35742" y2="26432"/>
                        <a14:foregroundMark x1="35742" y1="26432" x2="51758" y2="22135"/>
                        <a14:foregroundMark x1="51758" y1="22135" x2="33301" y2="18880"/>
                        <a14:foregroundMark x1="33301" y1="18880" x2="17383" y2="19661"/>
                        <a14:foregroundMark x1="17383" y1="19661" x2="19434" y2="21875"/>
                        <a14:foregroundMark x1="16309" y1="20443" x2="10449" y2="31380"/>
                        <a14:foregroundMark x1="10449" y1="31380" x2="27148" y2="36198"/>
                        <a14:foregroundMark x1="27148" y1="36198" x2="27734" y2="26172"/>
                        <a14:foregroundMark x1="27734" y1="26172" x2="15918" y2="19857"/>
                        <a14:foregroundMark x1="19141" y1="24414" x2="21484" y2="33789"/>
                        <a14:foregroundMark x1="21484" y1="33789" x2="19824" y2="24805"/>
                        <a14:foregroundMark x1="19824" y1="24805" x2="18555" y2="24219"/>
                        <a14:foregroundMark x1="19141" y1="20052" x2="8008" y2="26172"/>
                        <a14:foregroundMark x1="8008" y1="26172" x2="12402" y2="30794"/>
                        <a14:foregroundMark x1="15625" y1="20052" x2="9277" y2="26432"/>
                        <a14:foregroundMark x1="30371" y1="18945" x2="53809" y2="20247"/>
                        <a14:foregroundMark x1="53809" y1="20247" x2="64160" y2="26758"/>
                        <a14:foregroundMark x1="30957" y1="18229" x2="59375" y2="20443"/>
                        <a14:foregroundMark x1="32227" y1="17708" x2="49219" y2="17448"/>
                        <a14:foregroundMark x1="49219" y1="17448" x2="68359" y2="24414"/>
                        <a14:foregroundMark x1="67676" y1="24609" x2="91211" y2="41536"/>
                        <a14:foregroundMark x1="91211" y1="41536" x2="86523" y2="66146"/>
                        <a14:foregroundMark x1="86523" y1="66146" x2="63867" y2="75326"/>
                        <a14:foregroundMark x1="59766" y1="58789" x2="69629" y2="67188"/>
                        <a14:foregroundMark x1="69629" y1="67188" x2="70801" y2="58268"/>
                        <a14:foregroundMark x1="70801" y1="58268" x2="59375" y2="58594"/>
                        <a14:foregroundMark x1="31250" y1="52409" x2="35156" y2="63477"/>
                        <a14:foregroundMark x1="35156" y1="63477" x2="38086" y2="53841"/>
                        <a14:foregroundMark x1="38086" y1="53841" x2="32617" y2="52930"/>
                        <a14:foregroundMark x1="75098" y1="38607" x2="72852" y2="38216"/>
                        <a14:foregroundMark x1="76367" y1="35872" x2="78320" y2="48242"/>
                        <a14:foregroundMark x1="78320" y1="48242" x2="82813" y2="39323"/>
                        <a14:foregroundMark x1="82813" y1="39323" x2="72852" y2="34766"/>
                        <a14:foregroundMark x1="9277" y1="29688" x2="15039" y2="67904"/>
                        <a14:foregroundMark x1="15039" y1="67904" x2="44043" y2="78190"/>
                        <a14:foregroundMark x1="44043" y1="78190" x2="61816" y2="78581"/>
                        <a14:foregroundMark x1="61816" y1="78581" x2="67676" y2="74740"/>
                        <a14:foregroundMark x1="87207" y1="66016" x2="62891" y2="78581"/>
                        <a14:foregroundMark x1="15918" y1="20247" x2="8887" y2="28060"/>
                        <a14:foregroundMark x1="19434" y1="19857" x2="8789" y2="29362"/>
                        <a14:foregroundMark x1="8789" y1="29362" x2="8301" y2="32227"/>
                        <a14:foregroundMark x1="6738" y1="27344" x2="19238" y2="18034"/>
                        <a14:foregroundMark x1="19238" y1="18034" x2="20801" y2="19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954" b="23064"/>
          <a:stretch>
            <a:fillRect/>
          </a:stretch>
        </p:blipFill>
        <p:spPr>
          <a:xfrm>
            <a:off x="6411017" y="3317802"/>
            <a:ext cx="3077497" cy="329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96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101AE-C6B1-0C74-F6E7-24A65B58C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496767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A2CA03-F359-3164-2B3C-254A7CB846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259376"/>
            <a:ext cx="663344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Company Overview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Model &amp; Product Portfolio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Overview (Dataset)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Ad-hoc Analysis &amp; Visualizations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2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0B80-38F1-00F0-F1B0-9BDA8F248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26264"/>
          </a:xfrm>
        </p:spPr>
        <p:txBody>
          <a:bodyPr/>
          <a:lstStyle/>
          <a:p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Company Overview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DB4F8-9A3E-801D-F643-C67A6CF24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78194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Atliq Hardware is a global manufacturer and distributor of technology products, including personal computers, mice, printers, and other peripheral devices. The company sells its products through retail partners and online marketplaces, serving a diverse and widespread customer base.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60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9C87C-86E4-C67A-EA00-3F831287B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3" y="394934"/>
            <a:ext cx="8911687" cy="457438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Model &amp; Product Portfolio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EA2B78D-6BBF-CACD-D325-0EC8023500F7}"/>
              </a:ext>
            </a:extLst>
          </p:cNvPr>
          <p:cNvSpPr/>
          <p:nvPr/>
        </p:nvSpPr>
        <p:spPr>
          <a:xfrm>
            <a:off x="2017736" y="1189923"/>
            <a:ext cx="1150375" cy="58993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0E753DB-F4F1-E12E-E23B-6F3871B6F827}"/>
              </a:ext>
            </a:extLst>
          </p:cNvPr>
          <p:cNvSpPr/>
          <p:nvPr/>
        </p:nvSpPr>
        <p:spPr>
          <a:xfrm>
            <a:off x="992390" y="2114347"/>
            <a:ext cx="1327354" cy="46355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Desktop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9EB2B90-3DC8-E6F0-1B82-389A836DFAD8}"/>
              </a:ext>
            </a:extLst>
          </p:cNvPr>
          <p:cNvSpPr/>
          <p:nvPr/>
        </p:nvSpPr>
        <p:spPr>
          <a:xfrm>
            <a:off x="2826104" y="2114347"/>
            <a:ext cx="1327355" cy="46355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Notebook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712B31D-EE09-8378-CC5A-E4DB6134D4B9}"/>
              </a:ext>
            </a:extLst>
          </p:cNvPr>
          <p:cNvSpPr/>
          <p:nvPr/>
        </p:nvSpPr>
        <p:spPr>
          <a:xfrm>
            <a:off x="1354059" y="2975275"/>
            <a:ext cx="1327354" cy="61061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Laptop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EA8EDC1-6F67-FBA4-1C1E-2BD9927BFEF3}"/>
              </a:ext>
            </a:extLst>
          </p:cNvPr>
          <p:cNvSpPr/>
          <p:nvPr/>
        </p:nvSpPr>
        <p:spPr>
          <a:xfrm>
            <a:off x="1354059" y="3983262"/>
            <a:ext cx="1327354" cy="61061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 Laptop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4112A90-08F4-2D73-F09B-9AAC2F6BD419}"/>
              </a:ext>
            </a:extLst>
          </p:cNvPr>
          <p:cNvSpPr/>
          <p:nvPr/>
        </p:nvSpPr>
        <p:spPr>
          <a:xfrm>
            <a:off x="3158279" y="2971415"/>
            <a:ext cx="1327354" cy="61061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Gaming Laptop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DB544C0-DEB8-9A18-8DAA-7752BB2978F4}"/>
              </a:ext>
            </a:extLst>
          </p:cNvPr>
          <p:cNvSpPr/>
          <p:nvPr/>
        </p:nvSpPr>
        <p:spPr>
          <a:xfrm>
            <a:off x="3158279" y="3983262"/>
            <a:ext cx="1327354" cy="61061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Laptop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9A699B2-F068-DDE3-1F5F-16E0E91E684C}"/>
              </a:ext>
            </a:extLst>
          </p:cNvPr>
          <p:cNvSpPr/>
          <p:nvPr/>
        </p:nvSpPr>
        <p:spPr>
          <a:xfrm>
            <a:off x="3158279" y="4987490"/>
            <a:ext cx="1327354" cy="61061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  Laptop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86BAB85-40BF-ABC9-803F-0D5C51E877F5}"/>
              </a:ext>
            </a:extLst>
          </p:cNvPr>
          <p:cNvCxnSpPr>
            <a:stCxn id="11" idx="2"/>
            <a:endCxn id="14" idx="1"/>
          </p:cNvCxnSpPr>
          <p:nvPr/>
        </p:nvCxnSpPr>
        <p:spPr>
          <a:xfrm rot="16200000" flipH="1">
            <a:off x="2426380" y="1946402"/>
            <a:ext cx="566268" cy="23318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73C74658-A565-EF46-D590-3DAF8327F1DF}"/>
              </a:ext>
            </a:extLst>
          </p:cNvPr>
          <p:cNvCxnSpPr>
            <a:stCxn id="12" idx="3"/>
          </p:cNvCxnSpPr>
          <p:nvPr/>
        </p:nvCxnSpPr>
        <p:spPr>
          <a:xfrm flipV="1">
            <a:off x="2319744" y="2346125"/>
            <a:ext cx="273179" cy="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1117D6A3-DF8B-860B-E34A-ADEAB3B874BB}"/>
              </a:ext>
            </a:extLst>
          </p:cNvPr>
          <p:cNvCxnSpPr>
            <a:stCxn id="27" idx="1"/>
          </p:cNvCxnSpPr>
          <p:nvPr/>
        </p:nvCxnSpPr>
        <p:spPr>
          <a:xfrm rot="10800000">
            <a:off x="1194619" y="2577905"/>
            <a:ext cx="159441" cy="70267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0E4E0BEC-14C2-DD53-8432-AC15EEACC795}"/>
              </a:ext>
            </a:extLst>
          </p:cNvPr>
          <p:cNvCxnSpPr>
            <a:stCxn id="29" idx="1"/>
          </p:cNvCxnSpPr>
          <p:nvPr/>
        </p:nvCxnSpPr>
        <p:spPr>
          <a:xfrm rot="10800000">
            <a:off x="1194619" y="3276724"/>
            <a:ext cx="159440" cy="101184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C80D73F-51AC-76C2-527C-098E03B402F1}"/>
              </a:ext>
            </a:extLst>
          </p:cNvPr>
          <p:cNvCxnSpPr>
            <a:stCxn id="30" idx="1"/>
          </p:cNvCxnSpPr>
          <p:nvPr/>
        </p:nvCxnSpPr>
        <p:spPr>
          <a:xfrm rot="10800000">
            <a:off x="2993921" y="2577905"/>
            <a:ext cx="164358" cy="69881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039E9655-B82D-C8AF-CF37-883C15BAC522}"/>
              </a:ext>
            </a:extLst>
          </p:cNvPr>
          <p:cNvCxnSpPr>
            <a:stCxn id="31" idx="1"/>
          </p:cNvCxnSpPr>
          <p:nvPr/>
        </p:nvCxnSpPr>
        <p:spPr>
          <a:xfrm rot="10800000">
            <a:off x="2993921" y="3276724"/>
            <a:ext cx="164359" cy="101184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55799688-B0B4-8BB9-830B-73A385673708}"/>
              </a:ext>
            </a:extLst>
          </p:cNvPr>
          <p:cNvCxnSpPr>
            <a:stCxn id="32" idx="1"/>
          </p:cNvCxnSpPr>
          <p:nvPr/>
        </p:nvCxnSpPr>
        <p:spPr>
          <a:xfrm rot="10800000">
            <a:off x="2993921" y="4288570"/>
            <a:ext cx="164359" cy="100422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499EDF8-A925-A472-74B6-DD28282A757E}"/>
              </a:ext>
            </a:extLst>
          </p:cNvPr>
          <p:cNvSpPr/>
          <p:nvPr/>
        </p:nvSpPr>
        <p:spPr>
          <a:xfrm>
            <a:off x="5629998" y="1189921"/>
            <a:ext cx="1150375" cy="58993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P&amp;A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A420496-D16C-FF2E-6EFD-C1D289472B82}"/>
              </a:ext>
            </a:extLst>
          </p:cNvPr>
          <p:cNvSpPr/>
          <p:nvPr/>
        </p:nvSpPr>
        <p:spPr>
          <a:xfrm>
            <a:off x="4618339" y="2114345"/>
            <a:ext cx="1327354" cy="46355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Peripherals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0EDA3BB-FDD4-0A0C-4D2C-FCA7652BBEBD}"/>
              </a:ext>
            </a:extLst>
          </p:cNvPr>
          <p:cNvSpPr/>
          <p:nvPr/>
        </p:nvSpPr>
        <p:spPr>
          <a:xfrm>
            <a:off x="6438366" y="2114345"/>
            <a:ext cx="1327355" cy="46355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Accessories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1CB7506-A4E0-FC69-CDD7-7D4114192C3B}"/>
              </a:ext>
            </a:extLst>
          </p:cNvPr>
          <p:cNvSpPr/>
          <p:nvPr/>
        </p:nvSpPr>
        <p:spPr>
          <a:xfrm>
            <a:off x="4966321" y="2975273"/>
            <a:ext cx="1550698" cy="61061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Processors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25619F9-FE37-C693-B8F7-04E211F91BC4}"/>
              </a:ext>
            </a:extLst>
          </p:cNvPr>
          <p:cNvSpPr/>
          <p:nvPr/>
        </p:nvSpPr>
        <p:spPr>
          <a:xfrm>
            <a:off x="4966320" y="3983260"/>
            <a:ext cx="1550701" cy="61061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Motherboard</a:t>
            </a:r>
          </a:p>
          <a:p>
            <a:pPr algn="ctr"/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D125991-89A2-D397-DD38-07BE45201847}"/>
              </a:ext>
            </a:extLst>
          </p:cNvPr>
          <p:cNvSpPr/>
          <p:nvPr/>
        </p:nvSpPr>
        <p:spPr>
          <a:xfrm>
            <a:off x="6940478" y="2971414"/>
            <a:ext cx="1327354" cy="61061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Batteries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B0CC14E-520A-62A3-90B8-152FCFC56123}"/>
              </a:ext>
            </a:extLst>
          </p:cNvPr>
          <p:cNvSpPr/>
          <p:nvPr/>
        </p:nvSpPr>
        <p:spPr>
          <a:xfrm>
            <a:off x="6940478" y="3983261"/>
            <a:ext cx="1327354" cy="61061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Keyboard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B7FF3B21-0F4E-3451-FAB8-2B65B7631E3A}"/>
              </a:ext>
            </a:extLst>
          </p:cNvPr>
          <p:cNvSpPr/>
          <p:nvPr/>
        </p:nvSpPr>
        <p:spPr>
          <a:xfrm>
            <a:off x="6940478" y="4987489"/>
            <a:ext cx="1327354" cy="61061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Mouse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02B3F57-6396-E6E1-CE49-3DB5BBA3312E}"/>
              </a:ext>
            </a:extLst>
          </p:cNvPr>
          <p:cNvSpPr/>
          <p:nvPr/>
        </p:nvSpPr>
        <p:spPr>
          <a:xfrm>
            <a:off x="4966321" y="4987488"/>
            <a:ext cx="1550700" cy="61061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HDD</a:t>
            </a:r>
          </a:p>
          <a:p>
            <a:pPr algn="ctr"/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D60F9FFD-29E2-8C8F-DA59-7BF6EE69C9F0}"/>
              </a:ext>
            </a:extLst>
          </p:cNvPr>
          <p:cNvSpPr/>
          <p:nvPr/>
        </p:nvSpPr>
        <p:spPr>
          <a:xfrm>
            <a:off x="4966320" y="5928581"/>
            <a:ext cx="1550699" cy="61061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Graphic Card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145B0AAA-A148-380C-CF3B-E102D03D3B26}"/>
              </a:ext>
            </a:extLst>
          </p:cNvPr>
          <p:cNvCxnSpPr>
            <a:cxnSpLocks/>
            <a:stCxn id="57" idx="1"/>
            <a:endCxn id="55" idx="2"/>
          </p:cNvCxnSpPr>
          <p:nvPr/>
        </p:nvCxnSpPr>
        <p:spPr>
          <a:xfrm rot="10800000">
            <a:off x="6205186" y="1779856"/>
            <a:ext cx="233180" cy="56626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28D953A8-AE6F-6FDD-A49A-DAC87A568155}"/>
              </a:ext>
            </a:extLst>
          </p:cNvPr>
          <p:cNvCxnSpPr>
            <a:endCxn id="56" idx="3"/>
          </p:cNvCxnSpPr>
          <p:nvPr/>
        </p:nvCxnSpPr>
        <p:spPr>
          <a:xfrm rot="10800000" flipV="1">
            <a:off x="5945693" y="2346122"/>
            <a:ext cx="259492" cy="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4F19AAA5-F4A8-BE91-6655-9058F9DE01B2}"/>
              </a:ext>
            </a:extLst>
          </p:cNvPr>
          <p:cNvCxnSpPr>
            <a:stCxn id="60" idx="1"/>
          </p:cNvCxnSpPr>
          <p:nvPr/>
        </p:nvCxnSpPr>
        <p:spPr>
          <a:xfrm rot="10800000">
            <a:off x="6705678" y="2577902"/>
            <a:ext cx="234800" cy="69882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27AB9C40-8B32-BE7C-BEC2-7CB135A2793D}"/>
              </a:ext>
            </a:extLst>
          </p:cNvPr>
          <p:cNvCxnSpPr>
            <a:stCxn id="61" idx="1"/>
          </p:cNvCxnSpPr>
          <p:nvPr/>
        </p:nvCxnSpPr>
        <p:spPr>
          <a:xfrm rot="10800000">
            <a:off x="6705678" y="3276723"/>
            <a:ext cx="234800" cy="101184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FA52BD53-8DD3-593C-7CC6-10C1ED9F4D03}"/>
              </a:ext>
            </a:extLst>
          </p:cNvPr>
          <p:cNvCxnSpPr>
            <a:stCxn id="62" idx="1"/>
          </p:cNvCxnSpPr>
          <p:nvPr/>
        </p:nvCxnSpPr>
        <p:spPr>
          <a:xfrm rot="10800000">
            <a:off x="6705678" y="4280851"/>
            <a:ext cx="234801" cy="101194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46A18765-7EF9-C5AF-73DD-24FF23FDFA37}"/>
              </a:ext>
            </a:extLst>
          </p:cNvPr>
          <p:cNvCxnSpPr>
            <a:stCxn id="58" idx="1"/>
          </p:cNvCxnSpPr>
          <p:nvPr/>
        </p:nvCxnSpPr>
        <p:spPr>
          <a:xfrm rot="10800000">
            <a:off x="4777661" y="2576251"/>
            <a:ext cx="188660" cy="70433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22711B19-929F-A56D-B576-E350B944A12F}"/>
              </a:ext>
            </a:extLst>
          </p:cNvPr>
          <p:cNvCxnSpPr>
            <a:stCxn id="59" idx="1"/>
          </p:cNvCxnSpPr>
          <p:nvPr/>
        </p:nvCxnSpPr>
        <p:spPr>
          <a:xfrm rot="10800000">
            <a:off x="4777662" y="3245610"/>
            <a:ext cx="188659" cy="104295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6787C8BE-3E0F-28D4-F80E-B4AD53038EFE}"/>
              </a:ext>
            </a:extLst>
          </p:cNvPr>
          <p:cNvCxnSpPr>
            <a:stCxn id="63" idx="1"/>
          </p:cNvCxnSpPr>
          <p:nvPr/>
        </p:nvCxnSpPr>
        <p:spPr>
          <a:xfrm rot="10800000">
            <a:off x="4777661" y="4288566"/>
            <a:ext cx="188660" cy="100423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5EEF80BB-2BCD-65F4-6D32-7F6F6A4B1FA5}"/>
              </a:ext>
            </a:extLst>
          </p:cNvPr>
          <p:cNvCxnSpPr>
            <a:stCxn id="64" idx="1"/>
          </p:cNvCxnSpPr>
          <p:nvPr/>
        </p:nvCxnSpPr>
        <p:spPr>
          <a:xfrm rot="10800000">
            <a:off x="4777660" y="5292797"/>
            <a:ext cx="188660" cy="94109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BA2ED0DC-5BCD-4952-B4A5-687D7873D2F2}"/>
              </a:ext>
            </a:extLst>
          </p:cNvPr>
          <p:cNvSpPr/>
          <p:nvPr/>
        </p:nvSpPr>
        <p:spPr>
          <a:xfrm>
            <a:off x="9449474" y="1189922"/>
            <a:ext cx="1150375" cy="58993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N&amp;S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DF483E9A-2F61-27EA-3D4D-8331FB866FF7}"/>
              </a:ext>
            </a:extLst>
          </p:cNvPr>
          <p:cNvSpPr/>
          <p:nvPr/>
        </p:nvSpPr>
        <p:spPr>
          <a:xfrm>
            <a:off x="8415635" y="2114346"/>
            <a:ext cx="1327354" cy="46355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Networking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60159477-19C3-FED9-D31C-A1BA173E0E73}"/>
              </a:ext>
            </a:extLst>
          </p:cNvPr>
          <p:cNvSpPr/>
          <p:nvPr/>
        </p:nvSpPr>
        <p:spPr>
          <a:xfrm>
            <a:off x="10209351" y="2112695"/>
            <a:ext cx="1327355" cy="46355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Storage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9D450141-5C62-698C-20B0-ABCC7A0F45A3}"/>
              </a:ext>
            </a:extLst>
          </p:cNvPr>
          <p:cNvSpPr/>
          <p:nvPr/>
        </p:nvSpPr>
        <p:spPr>
          <a:xfrm>
            <a:off x="8686156" y="2971415"/>
            <a:ext cx="1327354" cy="61061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Wi-Fi Extender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BCC3706B-959D-D7DD-81AF-65512AE8ED31}"/>
              </a:ext>
            </a:extLst>
          </p:cNvPr>
          <p:cNvSpPr/>
          <p:nvPr/>
        </p:nvSpPr>
        <p:spPr>
          <a:xfrm>
            <a:off x="10489062" y="2971415"/>
            <a:ext cx="1327354" cy="61061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USB Flash Drives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30C888D4-629B-C073-0035-513286B6B65C}"/>
              </a:ext>
            </a:extLst>
          </p:cNvPr>
          <p:cNvSpPr/>
          <p:nvPr/>
        </p:nvSpPr>
        <p:spPr>
          <a:xfrm>
            <a:off x="10489062" y="3983261"/>
            <a:ext cx="1327354" cy="61061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SSD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E5D7371E-48E1-9127-DA03-22202C6D6137}"/>
              </a:ext>
            </a:extLst>
          </p:cNvPr>
          <p:cNvCxnSpPr>
            <a:stCxn id="97" idx="2"/>
            <a:endCxn id="99" idx="1"/>
          </p:cNvCxnSpPr>
          <p:nvPr/>
        </p:nvCxnSpPr>
        <p:spPr>
          <a:xfrm rot="16200000" flipH="1">
            <a:off x="9834698" y="1969820"/>
            <a:ext cx="564617" cy="18468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4A93E108-3711-2AB6-20D4-C661D87C5040}"/>
              </a:ext>
            </a:extLst>
          </p:cNvPr>
          <p:cNvCxnSpPr>
            <a:endCxn id="98" idx="3"/>
          </p:cNvCxnSpPr>
          <p:nvPr/>
        </p:nvCxnSpPr>
        <p:spPr>
          <a:xfrm rot="10800000" flipV="1">
            <a:off x="9742989" y="2344473"/>
            <a:ext cx="281672" cy="165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E5EDBF12-A650-914F-2489-73446F20DF79}"/>
              </a:ext>
            </a:extLst>
          </p:cNvPr>
          <p:cNvCxnSpPr>
            <a:stCxn id="101" idx="1"/>
          </p:cNvCxnSpPr>
          <p:nvPr/>
        </p:nvCxnSpPr>
        <p:spPr>
          <a:xfrm rot="10800000">
            <a:off x="10363200" y="2576253"/>
            <a:ext cx="125862" cy="70047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ACBAFBFF-7B0C-3B1C-DF07-BC034DEFF41E}"/>
              </a:ext>
            </a:extLst>
          </p:cNvPr>
          <p:cNvCxnSpPr>
            <a:stCxn id="102" idx="1"/>
          </p:cNvCxnSpPr>
          <p:nvPr/>
        </p:nvCxnSpPr>
        <p:spPr>
          <a:xfrm rot="10800000">
            <a:off x="10363200" y="3245611"/>
            <a:ext cx="125862" cy="104295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D015B1C4-2A78-FEDE-D3BC-3E4E2852A959}"/>
              </a:ext>
            </a:extLst>
          </p:cNvPr>
          <p:cNvCxnSpPr>
            <a:stCxn id="100" idx="1"/>
          </p:cNvCxnSpPr>
          <p:nvPr/>
        </p:nvCxnSpPr>
        <p:spPr>
          <a:xfrm rot="10800000">
            <a:off x="8553450" y="2576253"/>
            <a:ext cx="132706" cy="70047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91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12" grpId="0" animBg="1"/>
      <p:bldP spid="14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AC12-393B-87D3-DEC3-19AC1D6A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538385"/>
            <a:ext cx="8911687" cy="408393"/>
          </a:xfrm>
        </p:spPr>
        <p:txBody>
          <a:bodyPr>
            <a:noAutofit/>
          </a:bodyPr>
          <a:lstStyle/>
          <a:p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99AE4-47F2-FF7A-3E11-3055D6328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28725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management at Atliq Hardware lacks timely and actionable insights to support quick, data-driven decision-making.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address this gap, the company aims to strengthen its data analytics capabilities by expanding the team with junior data analysts.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part of the hiring process, a SQL-based assessment has been introduced to evaluate candidates on both technical expertise and problem-solving skills.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74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0093-F2BC-974C-DC18-3D883BA2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974" y="357410"/>
            <a:ext cx="8911687" cy="46174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Overview (Dataset)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5407E1-94E1-8A87-5249-7B525A4B3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719" y="900336"/>
            <a:ext cx="7485081" cy="578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9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B04F-FB2F-083B-3AA2-0AF49C75D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612" y="847725"/>
            <a:ext cx="8911687" cy="1420360"/>
          </a:xfrm>
        </p:spPr>
        <p:txBody>
          <a:bodyPr>
            <a:normAutofit fontScale="90000"/>
          </a:bodyPr>
          <a:lstStyle/>
          <a:p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the list of markets in which customer "Atliq Exclusive" operates its business in the APAC region.</a:t>
            </a:r>
            <a:endParaRPr lang="en-I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02760-932B-96C8-18F7-05F4A5EFA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612" y="2387369"/>
            <a:ext cx="6821488" cy="38134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DISTINCT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market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dim_customer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 = 'Atliq Exclusive' AND region = 'APAC';</a:t>
            </a:r>
            <a:endParaRPr lang="en-IN" sz="14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A9B60C-54F7-C717-A8CF-CA66C7E1D25A}"/>
              </a:ext>
            </a:extLst>
          </p:cNvPr>
          <p:cNvSpPr txBox="1">
            <a:spLocks/>
          </p:cNvSpPr>
          <p:nvPr/>
        </p:nvSpPr>
        <p:spPr>
          <a:xfrm>
            <a:off x="2526250" y="424085"/>
            <a:ext cx="8911687" cy="4236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Ad-hoc Analysis &amp; Visualizations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FA1652-3139-C9E1-98B1-0F93E1CF5B7D}"/>
              </a:ext>
            </a:extLst>
          </p:cNvPr>
          <p:cNvSpPr/>
          <p:nvPr/>
        </p:nvSpPr>
        <p:spPr>
          <a:xfrm>
            <a:off x="2446337" y="967009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1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4E375B-4E0B-5CB4-FBE6-8374B14C558A}"/>
              </a:ext>
            </a:extLst>
          </p:cNvPr>
          <p:cNvSpPr/>
          <p:nvPr/>
        </p:nvSpPr>
        <p:spPr>
          <a:xfrm>
            <a:off x="2446337" y="2479905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762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010758-6E71-B773-22D0-2696379F24FC}"/>
              </a:ext>
            </a:extLst>
          </p:cNvPr>
          <p:cNvSpPr/>
          <p:nvPr/>
        </p:nvSpPr>
        <p:spPr>
          <a:xfrm>
            <a:off x="1712912" y="376459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688695-16D2-5E06-BDD8-EEBB01EEBB69}"/>
              </a:ext>
            </a:extLst>
          </p:cNvPr>
          <p:cNvSpPr/>
          <p:nvPr/>
        </p:nvSpPr>
        <p:spPr>
          <a:xfrm>
            <a:off x="1712912" y="4586509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218036-67C2-321F-2174-E94054CF8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661" y="1207691"/>
            <a:ext cx="1571363" cy="2308545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8C35EE-AE1F-0002-B039-533675F81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112" y="376459"/>
            <a:ext cx="5360938" cy="41395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E492F0-92C7-C7BA-E960-90E6B2DC5AD9}"/>
              </a:ext>
            </a:extLst>
          </p:cNvPr>
          <p:cNvSpPr txBox="1"/>
          <p:nvPr/>
        </p:nvSpPr>
        <p:spPr>
          <a:xfrm>
            <a:off x="1612898" y="5216942"/>
            <a:ext cx="90741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Atliq Hardware’s operations are strongly concentrated in the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APAC region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spanning both high-growth emerging markets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(India, Indonesia, Bangladesh)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mature economies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(Japan, South Korea, Australia)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balanced geographic presence enables the company to capture growth opportunities while maintaining revenue stability.</a:t>
            </a:r>
            <a:endParaRPr lang="en-IN" sz="1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A627034-A5CB-A76F-B0F3-713E0317C500}"/>
              </a:ext>
            </a:extLst>
          </p:cNvPr>
          <p:cNvSpPr/>
          <p:nvPr/>
        </p:nvSpPr>
        <p:spPr>
          <a:xfrm>
            <a:off x="4029075" y="2124074"/>
            <a:ext cx="638175" cy="23812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21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9876F-9B3D-6481-3553-247C47EA4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F07D2-55DE-1E7D-6752-1F17E2501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612" y="468649"/>
            <a:ext cx="8911687" cy="1426826"/>
          </a:xfrm>
        </p:spPr>
        <p:txBody>
          <a:bodyPr>
            <a:normAutofit/>
          </a:bodyPr>
          <a:lstStyle/>
          <a:p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percentage of unique product increase in 2021 vs. 2020? The final output contains these fields, unique_products_2020,  unique_products_2021, </a:t>
            </a:r>
            <a:r>
              <a:rPr lang="en-US" sz="1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percentage_chg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47387-1870-3D14-653F-F1866C96B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611" y="2084053"/>
            <a:ext cx="9044808" cy="455487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4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CTE1 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DISTINCT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product_code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unique_products_2020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fact_sales_monthly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fiscal_year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2020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CTE2 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DISTINCT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product_code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unique_products_2021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fact_sales_monthly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fiscal_year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2021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unique_products_2020,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unique_products_2021,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ROUND((unique_products_2021 - unique_products_2020) * 100 / unique_products_2020, 2) 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percentage_change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CTE1, CTE2;</a:t>
            </a:r>
            <a:endParaRPr lang="en-IN" sz="56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8EA065-BE39-EFF7-00EE-6E3AB72B6EF2}"/>
              </a:ext>
            </a:extLst>
          </p:cNvPr>
          <p:cNvSpPr/>
          <p:nvPr/>
        </p:nvSpPr>
        <p:spPr>
          <a:xfrm>
            <a:off x="2446336" y="657227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2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F2B6A6-4D22-98D9-CDA1-C7D25F5A1D7B}"/>
              </a:ext>
            </a:extLst>
          </p:cNvPr>
          <p:cNvSpPr/>
          <p:nvPr/>
        </p:nvSpPr>
        <p:spPr>
          <a:xfrm>
            <a:off x="2446335" y="2201409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73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F62F7-CD20-D424-43C9-57CBE4D1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8C0B91-C4B9-008E-C375-583F40AFA42D}"/>
              </a:ext>
            </a:extLst>
          </p:cNvPr>
          <p:cNvSpPr/>
          <p:nvPr/>
        </p:nvSpPr>
        <p:spPr>
          <a:xfrm>
            <a:off x="1712912" y="376459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92197B-8B93-1B7C-21EA-9D84B57A7913}"/>
              </a:ext>
            </a:extLst>
          </p:cNvPr>
          <p:cNvSpPr/>
          <p:nvPr/>
        </p:nvSpPr>
        <p:spPr>
          <a:xfrm>
            <a:off x="1712912" y="4221806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96936B5-9099-9616-282B-E7E86B47CD9F}"/>
              </a:ext>
            </a:extLst>
          </p:cNvPr>
          <p:cNvSpPr/>
          <p:nvPr/>
        </p:nvSpPr>
        <p:spPr>
          <a:xfrm>
            <a:off x="6472237" y="1979624"/>
            <a:ext cx="638175" cy="23812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D4BC13-A238-AEAD-F9B4-4CEB99C29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440" y="1843395"/>
            <a:ext cx="4549534" cy="5105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009847-6FE2-AE7A-6A73-4A4A0D15D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0" y="581192"/>
            <a:ext cx="3627834" cy="3545571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88BD10BA-E9F2-3EDD-A19B-F3A417D23F53}"/>
              </a:ext>
            </a:extLst>
          </p:cNvPr>
          <p:cNvSpPr/>
          <p:nvPr/>
        </p:nvSpPr>
        <p:spPr>
          <a:xfrm>
            <a:off x="7524750" y="800099"/>
            <a:ext cx="381000" cy="81915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CBCDF0-55C9-0D08-3027-BAD836B8C4A0}"/>
              </a:ext>
            </a:extLst>
          </p:cNvPr>
          <p:cNvSpPr txBox="1"/>
          <p:nvPr/>
        </p:nvSpPr>
        <p:spPr>
          <a:xfrm>
            <a:off x="6860108" y="1063818"/>
            <a:ext cx="733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36.33%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F9AF684-5852-A9A1-14B0-A138BD95C881}"/>
              </a:ext>
            </a:extLst>
          </p:cNvPr>
          <p:cNvSpPr/>
          <p:nvPr/>
        </p:nvSpPr>
        <p:spPr>
          <a:xfrm rot="16200000">
            <a:off x="6614691" y="1118863"/>
            <a:ext cx="307776" cy="13756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D59D86-FA89-12FA-2F9D-7673E6A8C573}"/>
              </a:ext>
            </a:extLst>
          </p:cNvPr>
          <p:cNvSpPr txBox="1"/>
          <p:nvPr/>
        </p:nvSpPr>
        <p:spPr>
          <a:xfrm>
            <a:off x="1712912" y="4809276"/>
            <a:ext cx="94396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product growth: 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Unique products increased from 245 in 2020 to 334 in 2021, showing solid expansion.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+36.33% year-over-year growth: 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significant rise indicates successful product development and/or assortment strategy.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Accelerated portfolio diversification: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increase suggests a broader offering, likely improving customer reach and competitiveness.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momentum: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upward trend reflects sustained business growth and potential scaling opportunities.</a:t>
            </a:r>
            <a:endParaRPr lang="en-IN" sz="1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6" grpId="0" animBg="1"/>
      <p:bldP spid="10" grpId="0" animBg="1"/>
      <p:bldP spid="11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77E64-EAF8-869D-940F-06B9BCEA0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61883-9797-E709-23B4-A271D55C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612" y="468649"/>
            <a:ext cx="8911687" cy="1615404"/>
          </a:xfrm>
        </p:spPr>
        <p:txBody>
          <a:bodyPr>
            <a:normAutofit fontScale="90000"/>
          </a:bodyPr>
          <a:lstStyle/>
          <a:p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a report with all the unique product counts for each segment and sort them in descending order of product counts. The final output contains 2 fields, segment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product_count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4EE2C-0AA7-A05B-F589-CA4AF6BD5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612" y="2084053"/>
            <a:ext cx="8631238" cy="45548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</a:t>
            </a:r>
          </a:p>
          <a:p>
            <a:pPr marL="400050" lvl="1" indent="0">
              <a:buNone/>
            </a:pP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segment,    </a:t>
            </a:r>
          </a:p>
          <a:p>
            <a:pPr marL="400050" lvl="1" indent="0">
              <a:buNone/>
            </a:pP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DISTINCT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product_code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product_count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dim_product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segment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product_count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DESC; </a:t>
            </a:r>
            <a:endParaRPr lang="en-IN" sz="14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18E356-ADF4-32DC-9CED-7FA88B9F1574}"/>
              </a:ext>
            </a:extLst>
          </p:cNvPr>
          <p:cNvSpPr/>
          <p:nvPr/>
        </p:nvSpPr>
        <p:spPr>
          <a:xfrm>
            <a:off x="2446336" y="657227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3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806A89-23F3-B9D9-8120-FB0B98AD0178}"/>
              </a:ext>
            </a:extLst>
          </p:cNvPr>
          <p:cNvSpPr/>
          <p:nvPr/>
        </p:nvSpPr>
        <p:spPr>
          <a:xfrm>
            <a:off x="2446335" y="2201409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83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B9C33-D2F6-CAEC-C168-CDFE0F3E7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D2BE36-2AF0-554D-A176-A165EFE5F84B}"/>
              </a:ext>
            </a:extLst>
          </p:cNvPr>
          <p:cNvSpPr/>
          <p:nvPr/>
        </p:nvSpPr>
        <p:spPr>
          <a:xfrm>
            <a:off x="1712912" y="376459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D7922A-A6CF-135D-867B-664505E980E0}"/>
              </a:ext>
            </a:extLst>
          </p:cNvPr>
          <p:cNvSpPr/>
          <p:nvPr/>
        </p:nvSpPr>
        <p:spPr>
          <a:xfrm>
            <a:off x="1712912" y="4221806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5548631-790E-7974-9C43-36DD706707D8}"/>
              </a:ext>
            </a:extLst>
          </p:cNvPr>
          <p:cNvSpPr/>
          <p:nvPr/>
        </p:nvSpPr>
        <p:spPr>
          <a:xfrm>
            <a:off x="5224462" y="2083016"/>
            <a:ext cx="638175" cy="23812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460F3-7BD6-054D-A4A2-432D4FD2631F}"/>
              </a:ext>
            </a:extLst>
          </p:cNvPr>
          <p:cNvSpPr txBox="1"/>
          <p:nvPr/>
        </p:nvSpPr>
        <p:spPr>
          <a:xfrm>
            <a:off x="1712912" y="4809276"/>
            <a:ext cx="94694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Notebooks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lead the portfolio with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129 products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it the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largest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Accessories (116) 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Peripherals (84) 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together form a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secondary cluster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focus on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high-demand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complementary products.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Sharp drop 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top 3 categories: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Desktop (32)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Storage (27)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Networking (9)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significantly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smaller product ranges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Portfolio concentration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~70% 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products are concentrated in the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three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categories, suggesting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prioritization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Opportunity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areas: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Underrepresented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segments like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Networking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Storage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may offer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expansion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potential</a:t>
            </a: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BBACDB-B882-6F90-51EF-4A60F2B93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988" y="1184969"/>
            <a:ext cx="3308564" cy="21632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F21662-2223-C35E-4089-76AF02137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5009"/>
            <a:ext cx="4691207" cy="342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8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353E0-686F-00E7-027D-1C5F6A52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F39F2-533F-2F82-1A91-311E1864A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612" y="468648"/>
            <a:ext cx="8911687" cy="1531601"/>
          </a:xfrm>
        </p:spPr>
        <p:txBody>
          <a:bodyPr>
            <a:normAutofit fontScale="90000"/>
          </a:bodyPr>
          <a:lstStyle/>
          <a:p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Follow-up: Which segment had the most increase in unique products in 2021 vs 2020? The final output contains these fields, segment, product_count_2020, product_count_2021, difference. </a:t>
            </a:r>
            <a:endParaRPr lang="en-I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468B6-946F-2A72-0154-35EE320CE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612" y="2084052"/>
            <a:ext cx="4449763" cy="477394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rtl="0">
              <a:buNone/>
            </a:pPr>
            <a:endParaRPr lang="en-US" dirty="0"/>
          </a:p>
          <a:p>
            <a:pPr rtl="0">
              <a:buNone/>
            </a:pP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CTE1 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p.segment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DISTINCT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p.product_code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product_count_2020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fact_sales_monthly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dim_product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 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s.product_code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p.product_code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s.fiscal_year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2020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p.segment</a:t>
            </a:r>
            <a:endParaRPr lang="en-US" sz="56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pPr rtl="0">
              <a:buNone/>
            </a:pP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CTE2 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p.segment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DISTINCT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p.product_code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product_count_2021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fact_sales_monthly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dim_product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 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s.product_code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p.product_code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s.fiscal_year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2021</a:t>
            </a:r>
            <a:b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p.segment</a:t>
            </a:r>
            <a:endParaRPr lang="en-US" sz="56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US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en-US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727B2C-48AF-4399-D060-C2D9259927EC}"/>
              </a:ext>
            </a:extLst>
          </p:cNvPr>
          <p:cNvSpPr/>
          <p:nvPr/>
        </p:nvSpPr>
        <p:spPr>
          <a:xfrm>
            <a:off x="2446336" y="657227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4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40A78E-8DF3-7AD8-2E5F-A83F70A65BDE}"/>
              </a:ext>
            </a:extLst>
          </p:cNvPr>
          <p:cNvSpPr/>
          <p:nvPr/>
        </p:nvSpPr>
        <p:spPr>
          <a:xfrm>
            <a:off x="2446335" y="2201409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20FC9A-E026-0635-0051-32C0594AC8B4}"/>
              </a:ext>
            </a:extLst>
          </p:cNvPr>
          <p:cNvSpPr txBox="1">
            <a:spLocks/>
          </p:cNvSpPr>
          <p:nvPr/>
        </p:nvSpPr>
        <p:spPr>
          <a:xfrm>
            <a:off x="7115175" y="2191883"/>
            <a:ext cx="4305300" cy="4666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en-IN" dirty="0"/>
          </a:p>
          <a:p>
            <a:pPr>
              <a:buFont typeface="Wingdings 3" charset="2"/>
              <a:buNone/>
            </a:pPr>
            <a:r>
              <a:rPr lang="en-US" dirty="0"/>
              <a:t>	</a:t>
            </a: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x.segment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product_count_2020,</a:t>
            </a:r>
            <a:b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product_count_2021,</a:t>
            </a:r>
            <a:b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(product_count_2021 - product_count_2020) AS difference</a:t>
            </a:r>
            <a:b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CTE1 x</a:t>
            </a:r>
            <a:b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CTE2 y</a:t>
            </a:r>
            <a:b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x.segment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y.segment</a:t>
            </a:r>
            <a:b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difference </a:t>
            </a:r>
            <a:r>
              <a:rPr lang="en-US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0" indent="0">
              <a:buFont typeface="Wingdings 3" charset="2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865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CE29E-4277-7C6E-659A-34C030E50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A5377F-CA8A-773C-8FDA-B8C02A078323}"/>
              </a:ext>
            </a:extLst>
          </p:cNvPr>
          <p:cNvSpPr/>
          <p:nvPr/>
        </p:nvSpPr>
        <p:spPr>
          <a:xfrm>
            <a:off x="1712912" y="376459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A39AF1-8D66-935F-6A34-5345764C5C19}"/>
              </a:ext>
            </a:extLst>
          </p:cNvPr>
          <p:cNvSpPr/>
          <p:nvPr/>
        </p:nvSpPr>
        <p:spPr>
          <a:xfrm>
            <a:off x="1712912" y="4221806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9A64093-019D-60BC-BF00-28CD6BF6C91E}"/>
              </a:ext>
            </a:extLst>
          </p:cNvPr>
          <p:cNvSpPr/>
          <p:nvPr/>
        </p:nvSpPr>
        <p:spPr>
          <a:xfrm>
            <a:off x="6052589" y="2048724"/>
            <a:ext cx="638175" cy="23812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2E7BF6-A991-ED06-1986-77F6370E77FA}"/>
              </a:ext>
            </a:extLst>
          </p:cNvPr>
          <p:cNvSpPr txBox="1"/>
          <p:nvPr/>
        </p:nvSpPr>
        <p:spPr>
          <a:xfrm>
            <a:off x="1712912" y="4809276"/>
            <a:ext cx="94694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Accessories +49% (69 → 103) — highest growth driver.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Desktop +214% (7 → 22) — fastest growth from a small base.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Notebooks +17% (92 → 108) and Peripherals +27% (59 → 75) — steady core growth.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Storage +42% and Networking +50% — emerging categories gaining traction.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3D169D-EFD9-E436-8D3C-3D8E48975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874" y="1589556"/>
            <a:ext cx="4282451" cy="13155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ED4E98-4FC7-9A50-EDEC-49886E027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582" y="939469"/>
            <a:ext cx="4982368" cy="29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5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C11D8-4C70-13CE-791A-342185931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396C-2F1B-4F7F-CD4A-96140D2FF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612" y="468649"/>
            <a:ext cx="8911687" cy="1426826"/>
          </a:xfrm>
        </p:spPr>
        <p:txBody>
          <a:bodyPr>
            <a:normAutofit fontScale="90000"/>
          </a:bodyPr>
          <a:lstStyle/>
          <a:p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the products that have the highest and lowest manufacturing costs. The final output should contain these fields,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product_code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product,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manufacturing_cost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84433-F44C-A049-3ABC-2CB3175DC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612" y="2084053"/>
            <a:ext cx="8631238" cy="45548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p.product_code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m.manufacturing_cost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dim_product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fact_manufacturing_cost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p.product_code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m.product_code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m.manufacturing_cost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MAX(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manufacturing_cost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fact_manufacturing_cost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)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m.manufacturing_cost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MIN(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manufacturing_cost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fact_manufacturing_cost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)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m.manufacturing_cost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3A4904-FFBF-DAFD-7223-BE3E6BF754F8}"/>
              </a:ext>
            </a:extLst>
          </p:cNvPr>
          <p:cNvSpPr/>
          <p:nvPr/>
        </p:nvSpPr>
        <p:spPr>
          <a:xfrm>
            <a:off x="2446336" y="657227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5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B791F8-65CF-B426-7122-CF7C80D497E8}"/>
              </a:ext>
            </a:extLst>
          </p:cNvPr>
          <p:cNvSpPr/>
          <p:nvPr/>
        </p:nvSpPr>
        <p:spPr>
          <a:xfrm>
            <a:off x="2446335" y="2201409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225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5FC0E-FAB1-6FA3-B778-85419A932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A3BC599-9B74-20A4-B40D-163C3673F1AE}"/>
              </a:ext>
            </a:extLst>
          </p:cNvPr>
          <p:cNvSpPr/>
          <p:nvPr/>
        </p:nvSpPr>
        <p:spPr>
          <a:xfrm>
            <a:off x="1712912" y="376459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51DBFF-F51B-26E9-3AD0-A027FF1465FD}"/>
              </a:ext>
            </a:extLst>
          </p:cNvPr>
          <p:cNvSpPr/>
          <p:nvPr/>
        </p:nvSpPr>
        <p:spPr>
          <a:xfrm>
            <a:off x="1712912" y="4221806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6C828EE-1C62-B030-57F6-4C39ED9327D8}"/>
              </a:ext>
            </a:extLst>
          </p:cNvPr>
          <p:cNvSpPr/>
          <p:nvPr/>
        </p:nvSpPr>
        <p:spPr>
          <a:xfrm rot="7848756">
            <a:off x="4204917" y="1738090"/>
            <a:ext cx="638175" cy="23812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F2911B-384A-0F38-A546-3730F285D9AF}"/>
              </a:ext>
            </a:extLst>
          </p:cNvPr>
          <p:cNvSpPr txBox="1"/>
          <p:nvPr/>
        </p:nvSpPr>
        <p:spPr>
          <a:xfrm>
            <a:off x="1712912" y="4809276"/>
            <a:ext cx="94694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AQ HOME Allin1 Gen 2 has a manufacturing cost of $263.42, making it the primary cost driver.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AQ Master Wired x1 MS costs just $0.87, contributing &lt;1% of the desktop’s cost.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desktop is ~300x more expensive to manufacture than the mouse, highlighting a strong cost gap.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Mouse offers high bundling potential with negligible cost impact on overall pricing.</a:t>
            </a:r>
            <a:endParaRPr lang="en-IN" sz="1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748C69-19CA-CF80-0229-9ED7562B9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432" y="872460"/>
            <a:ext cx="4130398" cy="69348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B3E2EFD-3DF7-7C3F-42B0-5833DAE20EAC}"/>
              </a:ext>
            </a:extLst>
          </p:cNvPr>
          <p:cNvSpPr/>
          <p:nvPr/>
        </p:nvSpPr>
        <p:spPr>
          <a:xfrm rot="2835082">
            <a:off x="7813520" y="1762013"/>
            <a:ext cx="638175" cy="23812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C8F2B2-D826-D0AF-5D6A-D7B531145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442" y="1968836"/>
            <a:ext cx="1819616" cy="17879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2129CF-D16F-F526-97A0-DB1D73FEEE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480" y="2196212"/>
            <a:ext cx="1263757" cy="1263757"/>
          </a:xfrm>
          <a:prstGeom prst="rect">
            <a:avLst/>
          </a:prstGeom>
        </p:spPr>
      </p:pic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8D347556-C76B-3A42-300E-FD1DB1889EE7}"/>
              </a:ext>
            </a:extLst>
          </p:cNvPr>
          <p:cNvSpPr/>
          <p:nvPr/>
        </p:nvSpPr>
        <p:spPr>
          <a:xfrm>
            <a:off x="2074862" y="2381250"/>
            <a:ext cx="1096963" cy="954107"/>
          </a:xfrm>
          <a:prstGeom prst="flowChartConnec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$263.42</a:t>
            </a: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F95F73E1-A0CE-2930-0B34-7DFDB96BE43A}"/>
              </a:ext>
            </a:extLst>
          </p:cNvPr>
          <p:cNvSpPr/>
          <p:nvPr/>
        </p:nvSpPr>
        <p:spPr>
          <a:xfrm>
            <a:off x="9262237" y="2381250"/>
            <a:ext cx="1096963" cy="954107"/>
          </a:xfrm>
          <a:prstGeom prst="flowChartConnec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$0.86</a:t>
            </a:r>
          </a:p>
        </p:txBody>
      </p:sp>
    </p:spTree>
    <p:extLst>
      <p:ext uri="{BB962C8B-B14F-4D97-AF65-F5344CB8AC3E}">
        <p14:creationId xmlns:p14="http://schemas.microsoft.com/office/powerpoint/2010/main" val="304571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6" grpId="0" animBg="1"/>
      <p:bldP spid="14" grpId="0"/>
      <p:bldP spid="8" grpId="0" animBg="1"/>
      <p:bldP spid="15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F1594-3420-66D4-6346-DD9A51E05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66E1-AE29-2501-7AF6-635B7709A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612" y="468648"/>
            <a:ext cx="8911687" cy="1615405"/>
          </a:xfrm>
        </p:spPr>
        <p:txBody>
          <a:bodyPr>
            <a:normAutofit fontScale="90000"/>
          </a:bodyPr>
          <a:lstStyle/>
          <a:p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a report which contains the top 5 customers who received an average high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pre_invoice_discount_pct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the fiscal year 2021 and in the Indian market. The final output contains these fields,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customer_code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customer,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average_discount_percentage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8787A-37EE-13ED-1424-F34430D8D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612" y="2084053"/>
            <a:ext cx="8631238" cy="45548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c.customer_code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c.customer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ROUND(AVG(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p.pre_invoice_discount_pct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* 100, 2) 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avg_discount_pct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fact_pre_invoice_deductions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dim_customer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customer_code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p.fiscal_year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2021 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c.market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'India'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c.customer_code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c.customer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avg_discount_pct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5;</a:t>
            </a:r>
            <a:endParaRPr lang="en-US" sz="15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53D3E9-720A-6924-0B0F-BC52DCFB048E}"/>
              </a:ext>
            </a:extLst>
          </p:cNvPr>
          <p:cNvSpPr/>
          <p:nvPr/>
        </p:nvSpPr>
        <p:spPr>
          <a:xfrm>
            <a:off x="2446336" y="657227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6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253FC1-C4CC-B76F-C479-D488AFF1BF26}"/>
              </a:ext>
            </a:extLst>
          </p:cNvPr>
          <p:cNvSpPr/>
          <p:nvPr/>
        </p:nvSpPr>
        <p:spPr>
          <a:xfrm>
            <a:off x="2446335" y="2201409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57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06918-5802-F24F-08B5-38DAC4460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8AF36E-B82B-1EEC-7971-B810A59C3358}"/>
              </a:ext>
            </a:extLst>
          </p:cNvPr>
          <p:cNvSpPr/>
          <p:nvPr/>
        </p:nvSpPr>
        <p:spPr>
          <a:xfrm>
            <a:off x="1712912" y="376459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B35086-5F33-78F7-EA71-054D95EA91B2}"/>
              </a:ext>
            </a:extLst>
          </p:cNvPr>
          <p:cNvSpPr/>
          <p:nvPr/>
        </p:nvSpPr>
        <p:spPr>
          <a:xfrm>
            <a:off x="1712912" y="4221806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4E4EA09-972C-2B7B-3F03-C2D291049B64}"/>
              </a:ext>
            </a:extLst>
          </p:cNvPr>
          <p:cNvSpPr/>
          <p:nvPr/>
        </p:nvSpPr>
        <p:spPr>
          <a:xfrm>
            <a:off x="5986371" y="2030174"/>
            <a:ext cx="638175" cy="23812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191483-0790-21C5-8958-C6554A00659A}"/>
              </a:ext>
            </a:extLst>
          </p:cNvPr>
          <p:cNvSpPr txBox="1"/>
          <p:nvPr/>
        </p:nvSpPr>
        <p:spPr>
          <a:xfrm>
            <a:off x="1712912" y="4809276"/>
            <a:ext cx="92855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2021, discount rates before invoicing were distributed quite evenly across the top five customers, with Flipkart receiving the highest at 30.83%.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near-equal distribution suggests the company aimed to maintain strong relationships across multiple major clients, rather than heavily favoring just one.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6FF205-F7BB-9181-C3F8-B2C7B486B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137" y="1469548"/>
            <a:ext cx="4218554" cy="15975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B5D066-DF05-04EA-4C18-0102D3584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227" y="588279"/>
            <a:ext cx="4214225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7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6" grpId="0" animBg="1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6B0B4-EDA7-ACC0-580F-2CA816485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A99D-0D25-00A4-2AAB-A7EE6BA46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612" y="468648"/>
            <a:ext cx="8911687" cy="1615405"/>
          </a:xfrm>
        </p:spPr>
        <p:txBody>
          <a:bodyPr>
            <a:normAutofit fontScale="90000"/>
          </a:bodyPr>
          <a:lstStyle/>
          <a:p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the complete report of the Gross sales amount for the customer “Atliq Exclusive” for each month. This analysis helps to get an idea of low and high-performing months and take strategic decisions. The final report contains these columns: Month, Year, Gross sales Amount.</a:t>
            </a: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9A3BB-2474-4C4D-3F37-9E056DB25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612" y="2084053"/>
            <a:ext cx="8631238" cy="45548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MONTHNAME(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s.date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s.fiscal_year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fiscal_year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ROUND(SUM(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g.gross_price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*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s.sold_quantity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/ 1000000,2) 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gross_sales_amt_mln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fact_sales_monthly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fact_gross_price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s.fiscal_year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g.fiscal_year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s.product_code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g.product_code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dim_customer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c.customer_code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s.customer_code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c.customer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'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Atliq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Exclusive'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MONTHNAME(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s.date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s.fiscal_year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fiscal_year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b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gross_sales_amt_mln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r>
              <a:rPr lang="en-IN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US" sz="15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1B11CA-91D8-853A-DC3D-74BFE2A0C35C}"/>
              </a:ext>
            </a:extLst>
          </p:cNvPr>
          <p:cNvSpPr/>
          <p:nvPr/>
        </p:nvSpPr>
        <p:spPr>
          <a:xfrm>
            <a:off x="2446336" y="657227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7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2E9F10-7CB4-B7EB-3350-25AC041450BC}"/>
              </a:ext>
            </a:extLst>
          </p:cNvPr>
          <p:cNvSpPr/>
          <p:nvPr/>
        </p:nvSpPr>
        <p:spPr>
          <a:xfrm>
            <a:off x="2446335" y="2201409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480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F2238-A09E-14A8-0732-B52DF4896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2C61637-1E2F-C065-0B59-56FC563B152F}"/>
              </a:ext>
            </a:extLst>
          </p:cNvPr>
          <p:cNvSpPr/>
          <p:nvPr/>
        </p:nvSpPr>
        <p:spPr>
          <a:xfrm>
            <a:off x="1712912" y="376459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89AD53-52EB-675F-3307-438E4978A1F6}"/>
              </a:ext>
            </a:extLst>
          </p:cNvPr>
          <p:cNvSpPr/>
          <p:nvPr/>
        </p:nvSpPr>
        <p:spPr>
          <a:xfrm>
            <a:off x="1712912" y="4819747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34E21AB-3453-FCE2-0F84-21CAC676FB64}"/>
              </a:ext>
            </a:extLst>
          </p:cNvPr>
          <p:cNvSpPr/>
          <p:nvPr/>
        </p:nvSpPr>
        <p:spPr>
          <a:xfrm>
            <a:off x="5004104" y="2206716"/>
            <a:ext cx="638175" cy="23812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7D6786-242A-EF09-494C-BAC537E8D53E}"/>
              </a:ext>
            </a:extLst>
          </p:cNvPr>
          <p:cNvSpPr txBox="1"/>
          <p:nvPr/>
        </p:nvSpPr>
        <p:spPr>
          <a:xfrm>
            <a:off x="1712911" y="5426618"/>
            <a:ext cx="92855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show a clear seasonal pattern—peak performance in Oct–Dec (highest in Nov 2021: 20.5M) and weak performance in Mar–Jun (lowest around 0.4–1.7M in 2020).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recovery and consistent growth in 2021, with most months maintaining ~10M+ sales.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takeaway: Business is heavily driven by festive demand, while mid-year months remain vulnerable.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665F2D-1946-AEA7-299D-3861FC5C9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092" y="646566"/>
            <a:ext cx="5847705" cy="3989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BC9420-FF33-D8E4-7994-2085B5118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912" y="941316"/>
            <a:ext cx="2949380" cy="36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87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6" grpId="0" animBg="1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C80AE-4C76-6DCE-ECB4-62E6D3345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57B3-29BE-A9D9-1F80-B2E8AA919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612" y="468648"/>
            <a:ext cx="8911687" cy="1350627"/>
          </a:xfrm>
        </p:spPr>
        <p:txBody>
          <a:bodyPr>
            <a:normAutofit fontScale="90000"/>
          </a:bodyPr>
          <a:lstStyle/>
          <a:p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which quarter of 2020, got the maximum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total_sold_quantity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 The final output contains these fields sorted by the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total_sold_quantity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Quarter,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total_sold_quantity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6B71A-FE31-4529-D7C3-5760510FF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612" y="2084053"/>
            <a:ext cx="8631238" cy="45548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(date)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(9,10,11)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"Q1"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MONTH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(date)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(12,1,2)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"Q2"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MONTH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(date)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(3,4,5)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"Q3"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MONTH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(date)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(6,7,8)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"Q4"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quarter_of_2020,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SUM(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sold_quantity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total_sold_quantity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fact_sales_monthly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fiscal_year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2020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quarter_of_2020</a:t>
            </a: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total_sold_quantity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E71A8A-EA7F-F1A6-9F3F-4C02E6E4370E}"/>
              </a:ext>
            </a:extLst>
          </p:cNvPr>
          <p:cNvSpPr/>
          <p:nvPr/>
        </p:nvSpPr>
        <p:spPr>
          <a:xfrm>
            <a:off x="2446336" y="657227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8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5A8A07-1423-AED4-65A9-DC9FC0076029}"/>
              </a:ext>
            </a:extLst>
          </p:cNvPr>
          <p:cNvSpPr/>
          <p:nvPr/>
        </p:nvSpPr>
        <p:spPr>
          <a:xfrm>
            <a:off x="2446335" y="2201409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466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A45A9-54D8-3E40-0156-7663480C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02CBDA1-677F-BD27-C656-50C2FF2B4DE4}"/>
              </a:ext>
            </a:extLst>
          </p:cNvPr>
          <p:cNvSpPr/>
          <p:nvPr/>
        </p:nvSpPr>
        <p:spPr>
          <a:xfrm>
            <a:off x="1712912" y="376459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8A3D85-C35B-0D21-8F79-78E7430675DA}"/>
              </a:ext>
            </a:extLst>
          </p:cNvPr>
          <p:cNvSpPr/>
          <p:nvPr/>
        </p:nvSpPr>
        <p:spPr>
          <a:xfrm>
            <a:off x="1712912" y="4087458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9CDF4F9-DDC2-FC9D-33FC-A50D7B2CB917}"/>
              </a:ext>
            </a:extLst>
          </p:cNvPr>
          <p:cNvSpPr/>
          <p:nvPr/>
        </p:nvSpPr>
        <p:spPr>
          <a:xfrm>
            <a:off x="5824537" y="2048724"/>
            <a:ext cx="638175" cy="23812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D1D0B9-23DD-B09A-AF2F-737608E03183}"/>
              </a:ext>
            </a:extLst>
          </p:cNvPr>
          <p:cNvSpPr txBox="1"/>
          <p:nvPr/>
        </p:nvSpPr>
        <p:spPr>
          <a:xfrm>
            <a:off x="1674810" y="4654494"/>
            <a:ext cx="94188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 (Sep–Nov) peak (7.01M): Strong festive season demand (pre-/early pandemic phase) drove the highest sales performance.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 (Dec–Feb) slight dip (6.65M): Post-festive slowdown combined with early signals of COVID-19 impact.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 (Mar–May) sharp decline (2.08M): Severe impact due to nationwide lockdowns, supply chain disruptions, and demand contraction.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 (Jun–Aug) partial recovery (5.04M): Gradual reopening improved sales, but performance remained below pre-pandemic levels.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point: Strengthen digital channels, ensure supply chain flexibility, and align inventory with demand fluctuations during uncertain periods.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03A72A-3255-35DA-772D-5FA455F2A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12" y="1367135"/>
            <a:ext cx="3838882" cy="1499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704DC4-A305-D8F7-2E09-60E3B3949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655" y="486239"/>
            <a:ext cx="4282047" cy="360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56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6" grpId="0" animBg="1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19261-6B70-D3F3-4F8E-E6CA479A7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760F3-1D52-7A30-A3E9-5E11923C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612" y="468649"/>
            <a:ext cx="8911687" cy="1283952"/>
          </a:xfrm>
        </p:spPr>
        <p:txBody>
          <a:bodyPr>
            <a:normAutofit fontScale="90000"/>
          </a:bodyPr>
          <a:lstStyle/>
          <a:p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channel helped to bring more gross sales in the fiscal year 2021 and the percentage of contribution? The final output contains these fields, channel,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gross_sales_mln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percentage.</a:t>
            </a: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557FA-A92A-CB43-70A0-98BEA9988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612" y="1941179"/>
            <a:ext cx="4087813" cy="469774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sz="25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5600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CTE1 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c.channel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ROUND(SUM(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g.gross_price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* 			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s.sold_quantity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/ 1000000,2) 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gross_sales_mln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fact_sales_monthly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fact_gross_price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s.fiscal_year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g.fiscal_year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s.product_code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	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g.product_code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dim_customer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c.customer_code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s.customer_code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s.fiscal_year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2021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c.channel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56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2BF13C-F1D6-32F4-DD9D-2128DC801F2F}"/>
              </a:ext>
            </a:extLst>
          </p:cNvPr>
          <p:cNvSpPr/>
          <p:nvPr/>
        </p:nvSpPr>
        <p:spPr>
          <a:xfrm>
            <a:off x="2446336" y="657227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9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1185D3-348A-E8E4-1EC8-427662686DDC}"/>
              </a:ext>
            </a:extLst>
          </p:cNvPr>
          <p:cNvSpPr/>
          <p:nvPr/>
        </p:nvSpPr>
        <p:spPr>
          <a:xfrm>
            <a:off x="2446335" y="2131679"/>
            <a:ext cx="1247775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ADB88F-D628-A103-76D1-C0A5778E46DC}"/>
              </a:ext>
            </a:extLst>
          </p:cNvPr>
          <p:cNvSpPr txBox="1">
            <a:spLocks/>
          </p:cNvSpPr>
          <p:nvPr/>
        </p:nvSpPr>
        <p:spPr>
          <a:xfrm>
            <a:off x="6816455" y="1941179"/>
            <a:ext cx="4087813" cy="4697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en-IN" dirty="0"/>
          </a:p>
          <a:p>
            <a:pPr marL="0" indent="0">
              <a:buFont typeface="Wingdings 3" charset="2"/>
              <a:buNone/>
            </a:pPr>
            <a:endParaRPr lang="en-IN" sz="14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 3" charset="2"/>
              <a:buNone/>
            </a:pP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ROUND(</a:t>
            </a:r>
            <a:r>
              <a:rPr lang="en-IN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gross_sales_mln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* 100 / (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SUM(</a:t>
            </a:r>
            <a:r>
              <a:rPr lang="en-IN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gross_sales_mln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CTE1), 2) 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</a:t>
            </a:r>
            <a:r>
              <a:rPr lang="en-IN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pct_contribution</a:t>
            </a:r>
            <a:b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CTE1</a:t>
            </a:r>
            <a:b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pct_contribution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62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 animBg="1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3C667-BAAC-1CB6-8D52-C8626CEAE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C7468A-55D0-B3AA-DBFF-8888C5338AD5}"/>
              </a:ext>
            </a:extLst>
          </p:cNvPr>
          <p:cNvSpPr/>
          <p:nvPr/>
        </p:nvSpPr>
        <p:spPr>
          <a:xfrm>
            <a:off x="1712912" y="376459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4A298D-DF1D-AEE3-89F0-9B592F2D7D99}"/>
              </a:ext>
            </a:extLst>
          </p:cNvPr>
          <p:cNvSpPr/>
          <p:nvPr/>
        </p:nvSpPr>
        <p:spPr>
          <a:xfrm>
            <a:off x="1712911" y="3846698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DFED7EB-F15E-8E64-8620-CB42D1E89BCE}"/>
              </a:ext>
            </a:extLst>
          </p:cNvPr>
          <p:cNvSpPr/>
          <p:nvPr/>
        </p:nvSpPr>
        <p:spPr>
          <a:xfrm>
            <a:off x="6017591" y="2030173"/>
            <a:ext cx="638175" cy="23812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67D252-B00D-81EF-462E-09F21B6CB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152" y="1472685"/>
            <a:ext cx="4126374" cy="11149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E7ED86-0ABD-817F-6C14-DF0EBBCE6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832" y="807780"/>
            <a:ext cx="4049620" cy="29210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1B5B83-341E-6F1C-B9AF-C9BE5452E4D6}"/>
              </a:ext>
            </a:extLst>
          </p:cNvPr>
          <p:cNvSpPr txBox="1"/>
          <p:nvPr/>
        </p:nvSpPr>
        <p:spPr>
          <a:xfrm>
            <a:off x="1674810" y="4430363"/>
            <a:ext cx="9323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Retailer channel dominates (73.23% | 1.22K): Primary revenue driver, indicating strong reliance on retail partners.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 sales contribution (15.47% | 0.26K): Moderate share, showing opportunity to expand direct-to-customer strategy.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Distributor channel lowest (11.3% | 0.19K): Underutilized segment with potential for growth.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point: Diversify channel mix by strengthening direct and distributor networks to improve resilience and margins.</a:t>
            </a:r>
            <a:endParaRPr lang="en-IN" sz="1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25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6" grpId="0" animBg="1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E9F9C-9D8F-AF99-5DF3-FC457D9F6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96072-5204-D590-C014-25FC992C6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612" y="468648"/>
            <a:ext cx="8911687" cy="1531602"/>
          </a:xfrm>
        </p:spPr>
        <p:txBody>
          <a:bodyPr>
            <a:normAutofit fontScale="90000"/>
          </a:bodyPr>
          <a:lstStyle/>
          <a:p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the Top 3 products in each division that have a high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total_sold_quantity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fiscal_year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2021? The final output contains these fields, division,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product_code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product,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total_sold_quantity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rank_order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b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594B4-7C6E-AC54-7A8A-D2F199C9C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611" y="2084053"/>
            <a:ext cx="4455844" cy="448819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CTE1 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p.division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p.product_code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SUM(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s.sold_quantity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total_sold_quantity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fact_sales_monthly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dim_product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s.product_code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p.product_code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s.fiscal_year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2021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56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p.division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p.product_code</a:t>
            </a: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5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p.product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  <a:br>
              <a:rPr lang="en-IN" sz="5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0D60C8-2797-01F7-B99C-16842872448C}"/>
              </a:ext>
            </a:extLst>
          </p:cNvPr>
          <p:cNvSpPr/>
          <p:nvPr/>
        </p:nvSpPr>
        <p:spPr>
          <a:xfrm>
            <a:off x="2446336" y="657227"/>
            <a:ext cx="1316039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10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C901AA-1C34-1531-481A-C09E9EA8B302}"/>
              </a:ext>
            </a:extLst>
          </p:cNvPr>
          <p:cNvSpPr/>
          <p:nvPr/>
        </p:nvSpPr>
        <p:spPr>
          <a:xfrm>
            <a:off x="2446335" y="2201409"/>
            <a:ext cx="1316040" cy="4236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</a:t>
            </a:r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8442776-5268-82D6-A4D6-85CF5CB546D1}"/>
              </a:ext>
            </a:extLst>
          </p:cNvPr>
          <p:cNvSpPr txBox="1">
            <a:spLocks/>
          </p:cNvSpPr>
          <p:nvPr/>
        </p:nvSpPr>
        <p:spPr>
          <a:xfrm>
            <a:off x="7077075" y="2082130"/>
            <a:ext cx="4455844" cy="448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en-IN" dirty="0"/>
          </a:p>
          <a:p>
            <a:pPr marL="0" indent="0">
              <a:buFont typeface="Wingdings 3" charset="2"/>
              <a:buNone/>
            </a:pP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 3" charset="2"/>
              <a:buNone/>
            </a:pP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CTE2 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b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DENSE_RANK() OVER(PARTITION 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division </a:t>
            </a:r>
            <a:b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total_sold_quantity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DRNK</a:t>
            </a:r>
            <a:b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CTE1</a:t>
            </a:r>
            <a:b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b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CTE2</a:t>
            </a:r>
            <a:b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DRNK </a:t>
            </a:r>
            <a:r>
              <a:rPr lang="en-IN" sz="1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&lt;=</a:t>
            </a:r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3;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8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69A5-E1CB-71F8-8171-64BBD8463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7395D0-5710-5C9A-D06F-7211DF7258E6}"/>
              </a:ext>
            </a:extLst>
          </p:cNvPr>
          <p:cNvSpPr/>
          <p:nvPr/>
        </p:nvSpPr>
        <p:spPr>
          <a:xfrm>
            <a:off x="1712912" y="376459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7C2B35-A040-842A-EB7C-FFEA6377B835}"/>
              </a:ext>
            </a:extLst>
          </p:cNvPr>
          <p:cNvSpPr/>
          <p:nvPr/>
        </p:nvSpPr>
        <p:spPr>
          <a:xfrm>
            <a:off x="1712911" y="4215713"/>
            <a:ext cx="1247775" cy="4236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C48978D-FB40-9262-4E64-707FF8C372BB}"/>
              </a:ext>
            </a:extLst>
          </p:cNvPr>
          <p:cNvSpPr/>
          <p:nvPr/>
        </p:nvSpPr>
        <p:spPr>
          <a:xfrm>
            <a:off x="5030341" y="2339735"/>
            <a:ext cx="638175" cy="23812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66A037-E9AA-EDDE-0F8B-C50D2195E65A}"/>
              </a:ext>
            </a:extLst>
          </p:cNvPr>
          <p:cNvSpPr txBox="1"/>
          <p:nvPr/>
        </p:nvSpPr>
        <p:spPr>
          <a:xfrm>
            <a:off x="1598610" y="4738130"/>
            <a:ext cx="92408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&amp; S (Pen Drives) records the highest sold quantity (~701K → 676K) but shows a declining trend, indicating weakening demand despite volume leadership.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&amp; A (Mouse) stands second (~428K → 419K) with slight drop but largely stable sales, reflecting consistent market demand.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 (Personal Laptops) has the lowest sold quantity (~17K), remaining almost flat, suggesting a limited but steady market segment.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84F578-AA9B-8C09-CFEA-821C974E3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67" y="1630111"/>
            <a:ext cx="4127917" cy="1657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2CE7BE-6568-7824-E938-7DB7D876D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473" y="800099"/>
            <a:ext cx="2080440" cy="36274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E258CC-5E38-B642-0E7B-3E0FBA49C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654" y="800099"/>
            <a:ext cx="2141406" cy="36274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08542C-8DF3-6AEA-603E-00D6541214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9060" y="804065"/>
            <a:ext cx="2103302" cy="362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88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6" grpId="0" animBg="1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E1CCD-A277-8403-E459-96A6931F0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477103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15F99-BFAF-4282-94FA-C93F3F4A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499" y="1189703"/>
            <a:ext cx="8915400" cy="37776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Diversify channels to reduce reliance on retail and grow direct sales.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Maximize festive season (Q1) and improve mid-year (Mar–Jun) sales.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 in high-growth segments (Accessories, Desktop, Networking).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weaker categories to balance the product portfolio.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low-cost products (mouse/peripherals) for bundling strategies.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Revive declining N &amp; S segment with pricing and innovation.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supply chain for demand fluctuations.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 data analytics for faster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59925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ABD7AF-1457-D38D-6BBA-8F748AAE1A54}"/>
              </a:ext>
            </a:extLst>
          </p:cNvPr>
          <p:cNvSpPr txBox="1"/>
          <p:nvPr/>
        </p:nvSpPr>
        <p:spPr>
          <a:xfrm>
            <a:off x="3195484" y="2438400"/>
            <a:ext cx="5565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rgbClr val="CC3399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3375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3885</TotalTime>
  <Words>2823</Words>
  <Application>Microsoft Office PowerPoint</Application>
  <PresentationFormat>Widescreen</PresentationFormat>
  <Paragraphs>199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Century Gothic</vt:lpstr>
      <vt:lpstr>Wingdings</vt:lpstr>
      <vt:lpstr>Wingdings 3</vt:lpstr>
      <vt:lpstr>Wisp</vt:lpstr>
      <vt:lpstr>          ATLIQ HARDWARE</vt:lpstr>
      <vt:lpstr>AGENDA</vt:lpstr>
      <vt:lpstr>Company Overview </vt:lpstr>
      <vt:lpstr>Business Model &amp; Product Portfolio </vt:lpstr>
      <vt:lpstr>Problem Statement </vt:lpstr>
      <vt:lpstr>Data Overview (Dataset) </vt:lpstr>
      <vt:lpstr>  Provide the list of markets in which customer "Atliq Exclusive" operates its business in the APAC region.</vt:lpstr>
      <vt:lpstr>PowerPoint Presentation</vt:lpstr>
      <vt:lpstr>  What is the percentage of unique product increase in 2021 vs. 2020? The final output contains these fields, unique_products_2020,  unique_products_2021, percentage_chg.</vt:lpstr>
      <vt:lpstr>PowerPoint Presentation</vt:lpstr>
      <vt:lpstr>  Provide a report with all the unique product counts for each segment and sort them in descending order of product counts. The final output contains 2 fields, segment product_count.</vt:lpstr>
      <vt:lpstr>PowerPoint Presentation</vt:lpstr>
      <vt:lpstr>  Follow-up: Which segment had the most increase in unique products in 2021 vs 2020? The final output contains these fields, segment, product_count_2020, product_count_2021, difference. </vt:lpstr>
      <vt:lpstr>PowerPoint Presentation</vt:lpstr>
      <vt:lpstr>  Get the products that have the highest and lowest manufacturing costs. The final output should contain these fields, product_code, product, manufacturing_cost.  </vt:lpstr>
      <vt:lpstr>PowerPoint Presentation</vt:lpstr>
      <vt:lpstr>  Generate a report which contains the top 5 customers who received an average high pre_invoice_discount_pct for the fiscal year 2021 and in the Indian market. The final output contains these fields, customer_code, customer, average_discount_percentage.  </vt:lpstr>
      <vt:lpstr>PowerPoint Presentation</vt:lpstr>
      <vt:lpstr>  Get the complete report of the Gross sales amount for the customer “Atliq Exclusive” for each month. This analysis helps to get an idea of low and high-performing months and take strategic decisions. The final report contains these columns: Month, Year, Gross sales Amount. </vt:lpstr>
      <vt:lpstr>PowerPoint Presentation</vt:lpstr>
      <vt:lpstr>  In which quarter of 2020, got the maximum total_sold_quantity? The final output contains these fields sorted by the total_sold_quantity, Quarter, total_sold_quantity.  </vt:lpstr>
      <vt:lpstr>PowerPoint Presentation</vt:lpstr>
      <vt:lpstr>  Which channel helped to bring more gross sales in the fiscal year 2021 and the percentage of contribution? The final output contains these fields, channel, gross_sales_mln, percentage.  </vt:lpstr>
      <vt:lpstr>PowerPoint Presentation</vt:lpstr>
      <vt:lpstr>  Get the Top 3 products in each division that have a high total_sold_quantity in the fiscal_year 2021? The final output contains these fields, division, product_code, product, total_sold_quantity, rank_order.   </vt:lpstr>
      <vt:lpstr>PowerPoint Presentation</vt:lpstr>
      <vt:lpstr>Key Recommendations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Jyoti Jaiswar</dc:creator>
  <cp:lastModifiedBy>Jyoti Jaiswar</cp:lastModifiedBy>
  <cp:revision>1</cp:revision>
  <dcterms:created xsi:type="dcterms:W3CDTF">2026-04-13T02:26:46Z</dcterms:created>
  <dcterms:modified xsi:type="dcterms:W3CDTF">2026-04-19T18:24:20Z</dcterms:modified>
</cp:coreProperties>
</file>